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386" r:id="rId31"/>
    <p:sldId id="287" r:id="rId32"/>
    <p:sldId id="288" r:id="rId33"/>
    <p:sldId id="289" r:id="rId34"/>
    <p:sldId id="290" r:id="rId35"/>
    <p:sldId id="291" r:id="rId36"/>
    <p:sldId id="292" r:id="rId37"/>
    <p:sldId id="295" r:id="rId38"/>
    <p:sldId id="294" r:id="rId39"/>
    <p:sldId id="293" r:id="rId40"/>
    <p:sldId id="298" r:id="rId41"/>
    <p:sldId id="297" r:id="rId42"/>
    <p:sldId id="299" r:id="rId43"/>
    <p:sldId id="303" r:id="rId44"/>
    <p:sldId id="304" r:id="rId45"/>
    <p:sldId id="305" r:id="rId46"/>
    <p:sldId id="300" r:id="rId47"/>
    <p:sldId id="301" r:id="rId48"/>
    <p:sldId id="302" r:id="rId49"/>
    <p:sldId id="307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09" r:id="rId58"/>
    <p:sldId id="308" r:id="rId59"/>
    <p:sldId id="321" r:id="rId60"/>
    <p:sldId id="319" r:id="rId61"/>
    <p:sldId id="322" r:id="rId62"/>
    <p:sldId id="320" r:id="rId63"/>
    <p:sldId id="306" r:id="rId64"/>
    <p:sldId id="310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85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4" r:id="rId127"/>
    <p:sldId id="383" r:id="rId1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7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1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4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0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4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2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2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1D34-AA11-4638-8DC5-53984E36FD26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9CDB5-22D1-4C28-B217-E63981148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FF6A-C45D-337F-73EA-0FA0FD16B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800" b="1" dirty="0">
                <a:solidFill>
                  <a:srgbClr val="FF0000"/>
                </a:solidFill>
                <a:latin typeface="Arial Black" panose="020B0A04020102020204" pitchFamily="34" charset="0"/>
              </a:rPr>
              <a:t>Gen Ed Booster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93DF0-5D98-3A6E-CCA1-DB1772AA7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SOCIAL SCIENCE </a:t>
            </a:r>
          </a:p>
        </p:txBody>
      </p:sp>
    </p:spTree>
    <p:extLst>
      <p:ext uri="{BB962C8B-B14F-4D97-AF65-F5344CB8AC3E}">
        <p14:creationId xmlns:p14="http://schemas.microsoft.com/office/powerpoint/2010/main" val="95450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FATHER OF POLITICAL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ARISTOTLE </a:t>
            </a:r>
          </a:p>
        </p:txBody>
      </p:sp>
    </p:spTree>
    <p:extLst>
      <p:ext uri="{BB962C8B-B14F-4D97-AF65-F5344CB8AC3E}">
        <p14:creationId xmlns:p14="http://schemas.microsoft.com/office/powerpoint/2010/main" val="117328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LEGAL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STATE </a:t>
            </a:r>
          </a:p>
        </p:txBody>
      </p:sp>
    </p:spTree>
    <p:extLst>
      <p:ext uri="{BB962C8B-B14F-4D97-AF65-F5344CB8AC3E}">
        <p14:creationId xmlns:p14="http://schemas.microsoft.com/office/powerpoint/2010/main" val="2202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04" y="142435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GENERAL, CULTURE CONCEPT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NATION </a:t>
            </a:r>
          </a:p>
        </p:txBody>
      </p:sp>
    </p:spTree>
    <p:extLst>
      <p:ext uri="{BB962C8B-B14F-4D97-AF65-F5344CB8AC3E}">
        <p14:creationId xmlns:p14="http://schemas.microsoft.com/office/powerpoint/2010/main" val="350297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633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TERRITORY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293F9E-9FD9-3E39-FBFB-9A76DB67A817}"/>
              </a:ext>
            </a:extLst>
          </p:cNvPr>
          <p:cNvSpPr txBox="1">
            <a:spLocks/>
          </p:cNvSpPr>
          <p:nvPr/>
        </p:nvSpPr>
        <p:spPr>
          <a:xfrm>
            <a:off x="1049673" y="16506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EARTH SURFACE ,LAND AREA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(ELEMENTS OF STATE)</a:t>
            </a:r>
            <a:endParaRPr lang="en-US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96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633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GOVERNMENT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293F9E-9FD9-3E39-FBFB-9A76DB67A817}"/>
              </a:ext>
            </a:extLst>
          </p:cNvPr>
          <p:cNvSpPr txBox="1">
            <a:spLocks/>
          </p:cNvSpPr>
          <p:nvPr/>
        </p:nvSpPr>
        <p:spPr>
          <a:xfrm>
            <a:off x="1146491" y="18120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DEMOCRATIC, AGENCY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(ELEMENTS OF STATE)</a:t>
            </a:r>
            <a:endParaRPr lang="en-US" sz="2800" b="1" dirty="0">
              <a:latin typeface="Arial Black" panose="020B0A04020102020204" pitchFamily="34" charset="0"/>
            </a:endParaRPr>
          </a:p>
          <a:p>
            <a:pPr algn="ctr"/>
            <a:endParaRPr lang="en-US" sz="6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25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611" y="187027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POPULATION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(ELEMENTS OF STATE)</a:t>
            </a:r>
            <a:r>
              <a:rPr lang="en-US" sz="2800" b="1" dirty="0">
                <a:latin typeface="Arial Black" panose="020B0A04020102020204" pitchFamily="34" charset="0"/>
              </a:rPr>
              <a:t/>
            </a:r>
            <a:br>
              <a:rPr lang="en-US" sz="2800" b="1" dirty="0">
                <a:latin typeface="Arial Black" panose="020B0A04020102020204" pitchFamily="34" charset="0"/>
              </a:rPr>
            </a:br>
            <a:endParaRPr lang="en-US" sz="28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493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PEOPLE </a:t>
            </a:r>
          </a:p>
        </p:txBody>
      </p:sp>
    </p:spTree>
    <p:extLst>
      <p:ext uri="{BB962C8B-B14F-4D97-AF65-F5344CB8AC3E}">
        <p14:creationId xmlns:p14="http://schemas.microsoft.com/office/powerpoint/2010/main" val="280194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POWER TO COMMAND PEOPLE &amp; ENFORCE OBEDIENCE </a:t>
            </a:r>
            <a:br>
              <a:rPr lang="en-US" sz="4800" b="1" dirty="0">
                <a:latin typeface="Arial Black" panose="020B0A04020102020204" pitchFamily="34" charset="0"/>
              </a:rPr>
            </a:b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(ELEMENTS OF STATE)</a:t>
            </a:r>
            <a:r>
              <a:rPr lang="en-US" sz="2800" b="1" dirty="0">
                <a:latin typeface="Arial Black" panose="020B0A04020102020204" pitchFamily="34" charset="0"/>
              </a:rPr>
              <a:t/>
            </a:r>
            <a:br>
              <a:rPr lang="en-US" sz="2800" b="1" dirty="0">
                <a:latin typeface="Arial Black" panose="020B0A04020102020204" pitchFamily="34" charset="0"/>
              </a:rPr>
            </a:br>
            <a:endParaRPr lang="en-US" sz="2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835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SOVEREIGNITY </a:t>
            </a:r>
          </a:p>
        </p:txBody>
      </p:sp>
    </p:spTree>
    <p:extLst>
      <p:ext uri="{BB962C8B-B14F-4D97-AF65-F5344CB8AC3E}">
        <p14:creationId xmlns:p14="http://schemas.microsoft.com/office/powerpoint/2010/main" val="13328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GENERAL WELFARE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(POWER OF STATE)</a:t>
            </a:r>
            <a:r>
              <a:rPr lang="en-US" sz="2800" b="1" dirty="0">
                <a:latin typeface="Arial Black" panose="020B0A04020102020204" pitchFamily="34" charset="0"/>
              </a:rPr>
              <a:t> </a:t>
            </a:r>
            <a:endParaRPr lang="en-US" sz="6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07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POLICE POWER</a:t>
            </a:r>
          </a:p>
        </p:txBody>
      </p:sp>
    </p:spTree>
    <p:extLst>
      <p:ext uri="{BB962C8B-B14F-4D97-AF65-F5344CB8AC3E}">
        <p14:creationId xmlns:p14="http://schemas.microsoft.com/office/powerpoint/2010/main" val="349187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51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JUST COMPENSATION, EXPROPRIATION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(POWER OF STATE)</a:t>
            </a:r>
            <a:endParaRPr lang="en-US" sz="6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1468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EMINENT DOMAIN</a:t>
            </a:r>
          </a:p>
        </p:txBody>
      </p:sp>
    </p:spTree>
    <p:extLst>
      <p:ext uri="{BB962C8B-B14F-4D97-AF65-F5344CB8AC3E}">
        <p14:creationId xmlns:p14="http://schemas.microsoft.com/office/powerpoint/2010/main" val="43918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174892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CHARGE OF BURDEN</a:t>
            </a:r>
            <a:br>
              <a:rPr lang="en-US" sz="6600" b="1" dirty="0">
                <a:latin typeface="Arial Black" panose="020B0A04020102020204" pitchFamily="34" charset="0"/>
              </a:rPr>
            </a:b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(POWER OF STATE)</a:t>
            </a:r>
            <a:endParaRPr lang="en-US" sz="6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071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TAXATION</a:t>
            </a:r>
          </a:p>
        </p:txBody>
      </p:sp>
    </p:spTree>
    <p:extLst>
      <p:ext uri="{BB962C8B-B14F-4D97-AF65-F5344CB8AC3E}">
        <p14:creationId xmlns:p14="http://schemas.microsoft.com/office/powerpoint/2010/main" val="308752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FATHER IS  THE LEADER OR AUTHORITY 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(THEORIES OF STATE) </a:t>
            </a:r>
            <a:r>
              <a:rPr lang="en-US" sz="5400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54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endParaRPr lang="en-US" sz="54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006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PATERNALISTIC</a:t>
            </a:r>
          </a:p>
        </p:txBody>
      </p:sp>
    </p:spTree>
    <p:extLst>
      <p:ext uri="{BB962C8B-B14F-4D97-AF65-F5344CB8AC3E}">
        <p14:creationId xmlns:p14="http://schemas.microsoft.com/office/powerpoint/2010/main" val="369762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SOCIETY IS CREATED BY GOD </a:t>
            </a: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(THEORIES OF STATE) 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endParaRPr lang="en-US" sz="6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180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DIVINE </a:t>
            </a:r>
          </a:p>
        </p:txBody>
      </p:sp>
    </p:spTree>
    <p:extLst>
      <p:ext uri="{BB962C8B-B14F-4D97-AF65-F5344CB8AC3E}">
        <p14:creationId xmlns:p14="http://schemas.microsoft.com/office/powerpoint/2010/main" val="170261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PRESENCE OF WAR </a:t>
            </a: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(THEORIES OF STATE) 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endParaRPr lang="en-US" sz="6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990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FORCE </a:t>
            </a:r>
          </a:p>
        </p:txBody>
      </p:sp>
    </p:spTree>
    <p:extLst>
      <p:ext uri="{BB962C8B-B14F-4D97-AF65-F5344CB8AC3E}">
        <p14:creationId xmlns:p14="http://schemas.microsoft.com/office/powerpoint/2010/main" val="101381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FREEDM OF SPEECH AND RELIGION </a:t>
            </a: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(THEORIES OF STATE) 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endParaRPr lang="en-US" sz="6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SOCIAL CONTRACT </a:t>
            </a:r>
          </a:p>
        </p:txBody>
      </p:sp>
    </p:spTree>
    <p:extLst>
      <p:ext uri="{BB962C8B-B14F-4D97-AF65-F5344CB8AC3E}">
        <p14:creationId xmlns:p14="http://schemas.microsoft.com/office/powerpoint/2010/main" val="203294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LAW MAKING BODY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LEGISLATIVE </a:t>
            </a:r>
          </a:p>
        </p:txBody>
      </p:sp>
    </p:spTree>
    <p:extLst>
      <p:ext uri="{BB962C8B-B14F-4D97-AF65-F5344CB8AC3E}">
        <p14:creationId xmlns:p14="http://schemas.microsoft.com/office/powerpoint/2010/main" val="125725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IMPLEMENTING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EXECUTIVE </a:t>
            </a:r>
          </a:p>
        </p:txBody>
      </p:sp>
    </p:spTree>
    <p:extLst>
      <p:ext uri="{BB962C8B-B14F-4D97-AF65-F5344CB8AC3E}">
        <p14:creationId xmlns:p14="http://schemas.microsoft.com/office/powerpoint/2010/main" val="375855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INTERPRETING BODY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JUDICIAL </a:t>
            </a:r>
          </a:p>
        </p:txBody>
      </p:sp>
    </p:spTree>
    <p:extLst>
      <p:ext uri="{BB962C8B-B14F-4D97-AF65-F5344CB8AC3E}">
        <p14:creationId xmlns:p14="http://schemas.microsoft.com/office/powerpoint/2010/main" val="59258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BICAMERALISM WRITTEN 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JONE LAW </a:t>
            </a:r>
          </a:p>
        </p:txBody>
      </p:sp>
    </p:spTree>
    <p:extLst>
      <p:ext uri="{BB962C8B-B14F-4D97-AF65-F5344CB8AC3E}">
        <p14:creationId xmlns:p14="http://schemas.microsoft.com/office/powerpoint/2010/main" val="209491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CURRENT SENATE PRESIDENT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SOTTO </a:t>
            </a:r>
          </a:p>
        </p:txBody>
      </p:sp>
    </p:spTree>
    <p:extLst>
      <p:ext uri="{BB962C8B-B14F-4D97-AF65-F5344CB8AC3E}">
        <p14:creationId xmlns:p14="http://schemas.microsoft.com/office/powerpoint/2010/main" val="223307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INCOMING SENATE PRESIDENT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ZUBIRI</a:t>
            </a:r>
          </a:p>
        </p:txBody>
      </p:sp>
    </p:spTree>
    <p:extLst>
      <p:ext uri="{BB962C8B-B14F-4D97-AF65-F5344CB8AC3E}">
        <p14:creationId xmlns:p14="http://schemas.microsoft.com/office/powerpoint/2010/main" val="56796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UPPER HOUSE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SENATORS </a:t>
            </a:r>
          </a:p>
        </p:txBody>
      </p:sp>
    </p:spTree>
    <p:extLst>
      <p:ext uri="{BB962C8B-B14F-4D97-AF65-F5344CB8AC3E}">
        <p14:creationId xmlns:p14="http://schemas.microsoft.com/office/powerpoint/2010/main" val="27956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LOWER HOUSE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CONGRESS REPRESENTATIVES </a:t>
            </a:r>
          </a:p>
        </p:txBody>
      </p:sp>
    </p:spTree>
    <p:extLst>
      <p:ext uri="{BB962C8B-B14F-4D97-AF65-F5344CB8AC3E}">
        <p14:creationId xmlns:p14="http://schemas.microsoft.com/office/powerpoint/2010/main" val="191400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TERM OF SENATOR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6 YEARS </a:t>
            </a:r>
          </a:p>
        </p:txBody>
      </p:sp>
    </p:spTree>
    <p:extLst>
      <p:ext uri="{BB962C8B-B14F-4D97-AF65-F5344CB8AC3E}">
        <p14:creationId xmlns:p14="http://schemas.microsoft.com/office/powerpoint/2010/main" val="29600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MAXIMUM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2 TERMS (12 YEARS) </a:t>
            </a:r>
          </a:p>
        </p:txBody>
      </p:sp>
    </p:spTree>
    <p:extLst>
      <p:ext uri="{BB962C8B-B14F-4D97-AF65-F5344CB8AC3E}">
        <p14:creationId xmlns:p14="http://schemas.microsoft.com/office/powerpoint/2010/main" val="182417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REQUIRED AGE FOR SENATOR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35 YEARS OLD </a:t>
            </a:r>
          </a:p>
        </p:txBody>
      </p:sp>
    </p:spTree>
    <p:extLst>
      <p:ext uri="{BB962C8B-B14F-4D97-AF65-F5344CB8AC3E}">
        <p14:creationId xmlns:p14="http://schemas.microsoft.com/office/powerpoint/2010/main" val="22397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NUMBER OF CONGRESS REPS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250</a:t>
            </a:r>
          </a:p>
        </p:txBody>
      </p:sp>
    </p:spTree>
    <p:extLst>
      <p:ext uri="{BB962C8B-B14F-4D97-AF65-F5344CB8AC3E}">
        <p14:creationId xmlns:p14="http://schemas.microsoft.com/office/powerpoint/2010/main" val="274639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NUMBER OF PARTY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5739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55202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NUMBER OF SENATOR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547" y="39804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653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55202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NUMBER OF SUPREME COURT MEMBERS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547" y="39804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0610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WHO ARE IN IMPLEMENTING BODY?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191" y="407018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PRES AND VP</a:t>
            </a:r>
          </a:p>
        </p:txBody>
      </p:sp>
    </p:spTree>
    <p:extLst>
      <p:ext uri="{BB962C8B-B14F-4D97-AF65-F5344CB8AC3E}">
        <p14:creationId xmlns:p14="http://schemas.microsoft.com/office/powerpoint/2010/main" val="313592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STUDY OF STATE AND GOVERNMENT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POLITICAL SCIENCE </a:t>
            </a:r>
          </a:p>
        </p:txBody>
      </p:sp>
    </p:spTree>
    <p:extLst>
      <p:ext uri="{BB962C8B-B14F-4D97-AF65-F5344CB8AC3E}">
        <p14:creationId xmlns:p14="http://schemas.microsoft.com/office/powerpoint/2010/main" val="26789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TANOD BAYAN</a:t>
            </a:r>
            <a:endParaRPr lang="en-US" sz="66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73" y="393992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OMBUDSMAN </a:t>
            </a:r>
          </a:p>
        </p:txBody>
      </p:sp>
    </p:spTree>
    <p:extLst>
      <p:ext uri="{BB962C8B-B14F-4D97-AF65-F5344CB8AC3E}">
        <p14:creationId xmlns:p14="http://schemas.microsoft.com/office/powerpoint/2010/main" val="138103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HIGHEST COURT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SUPREME COURT  </a:t>
            </a:r>
          </a:p>
        </p:txBody>
      </p:sp>
    </p:spTree>
    <p:extLst>
      <p:ext uri="{BB962C8B-B14F-4D97-AF65-F5344CB8AC3E}">
        <p14:creationId xmlns:p14="http://schemas.microsoft.com/office/powerpoint/2010/main" val="30075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298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DAYS BAGO MAGING BATAS ANG BILL</a:t>
            </a:r>
            <a:endParaRPr lang="en-US" sz="66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8" y="450954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30 DAYS</a:t>
            </a:r>
          </a:p>
        </p:txBody>
      </p:sp>
    </p:spTree>
    <p:extLst>
      <p:ext uri="{BB962C8B-B14F-4D97-AF65-F5344CB8AC3E}">
        <p14:creationId xmlns:p14="http://schemas.microsoft.com/office/powerpoint/2010/main" val="198769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% OF CONGRESS TO APPROVE THE BILL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94889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REJECTION AND APPEAL OF THE PRESIDENT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427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VETO </a:t>
            </a:r>
          </a:p>
        </p:txBody>
      </p:sp>
    </p:spTree>
    <p:extLst>
      <p:ext uri="{BB962C8B-B14F-4D97-AF65-F5344CB8AC3E}">
        <p14:creationId xmlns:p14="http://schemas.microsoft.com/office/powerpoint/2010/main" val="136407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731" y="1483518"/>
            <a:ext cx="8237622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SECURES EQUAL POWER O 3 BODIES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664" y="404892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CHECK AMD BALANCE </a:t>
            </a:r>
          </a:p>
        </p:txBody>
      </p:sp>
    </p:spTree>
    <p:extLst>
      <p:ext uri="{BB962C8B-B14F-4D97-AF65-F5344CB8AC3E}">
        <p14:creationId xmlns:p14="http://schemas.microsoft.com/office/powerpoint/2010/main" val="421266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POWER VESTED FOR, BY AND OF THE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71518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DEMOCRACY</a:t>
            </a:r>
          </a:p>
        </p:txBody>
      </p:sp>
    </p:spTree>
    <p:extLst>
      <p:ext uri="{BB962C8B-B14F-4D97-AF65-F5344CB8AC3E}">
        <p14:creationId xmlns:p14="http://schemas.microsoft.com/office/powerpoint/2010/main" val="26076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PEOPLE MAKE LAW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DIRECT</a:t>
            </a:r>
          </a:p>
        </p:txBody>
      </p:sp>
    </p:spTree>
    <p:extLst>
      <p:ext uri="{BB962C8B-B14F-4D97-AF65-F5344CB8AC3E}">
        <p14:creationId xmlns:p14="http://schemas.microsoft.com/office/powerpoint/2010/main" val="3756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REPRESENTATIVES MAKE LAW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INDIRECT </a:t>
            </a:r>
          </a:p>
        </p:txBody>
      </p:sp>
    </p:spTree>
    <p:extLst>
      <p:ext uri="{BB962C8B-B14F-4D97-AF65-F5344CB8AC3E}">
        <p14:creationId xmlns:p14="http://schemas.microsoft.com/office/powerpoint/2010/main" val="108305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LEADERS ARE MONARCHS, KING AND QUEEN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93033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MONARCHY </a:t>
            </a:r>
          </a:p>
        </p:txBody>
      </p:sp>
    </p:spTree>
    <p:extLst>
      <p:ext uri="{BB962C8B-B14F-4D97-AF65-F5344CB8AC3E}">
        <p14:creationId xmlns:p14="http://schemas.microsoft.com/office/powerpoint/2010/main" val="274570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MONARCH CONTROL 3 BRANCHES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ABSOLUTE </a:t>
            </a:r>
          </a:p>
        </p:txBody>
      </p:sp>
    </p:spTree>
    <p:extLst>
      <p:ext uri="{BB962C8B-B14F-4D97-AF65-F5344CB8AC3E}">
        <p14:creationId xmlns:p14="http://schemas.microsoft.com/office/powerpoint/2010/main" val="310265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TYPE OF MONARCHY THAT FOLLOWS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4109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CONSTITUTIONAL </a:t>
            </a:r>
          </a:p>
        </p:txBody>
      </p:sp>
    </p:spTree>
    <p:extLst>
      <p:ext uri="{BB962C8B-B14F-4D97-AF65-F5344CB8AC3E}">
        <p14:creationId xmlns:p14="http://schemas.microsoft.com/office/powerpoint/2010/main" val="417532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LEADERS ARE FEW WEALTHY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OLIGARCHY </a:t>
            </a:r>
          </a:p>
        </p:txBody>
      </p:sp>
    </p:spTree>
    <p:extLst>
      <p:ext uri="{BB962C8B-B14F-4D97-AF65-F5344CB8AC3E}">
        <p14:creationId xmlns:p14="http://schemas.microsoft.com/office/powerpoint/2010/main" val="123386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LEADERS ARE ELITE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38478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ARISTOCRACY</a:t>
            </a:r>
          </a:p>
        </p:txBody>
      </p:sp>
    </p:spTree>
    <p:extLst>
      <p:ext uri="{BB962C8B-B14F-4D97-AF65-F5344CB8AC3E}">
        <p14:creationId xmlns:p14="http://schemas.microsoft.com/office/powerpoint/2010/main" val="241123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LEADS BY TALENT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38478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MERITOCRACY</a:t>
            </a:r>
          </a:p>
        </p:txBody>
      </p:sp>
    </p:spTree>
    <p:extLst>
      <p:ext uri="{BB962C8B-B14F-4D97-AF65-F5344CB8AC3E}">
        <p14:creationId xmlns:p14="http://schemas.microsoft.com/office/powerpoint/2010/main" val="135651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TOTAL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2" y="330639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TOTALITARIANISM </a:t>
            </a:r>
          </a:p>
        </p:txBody>
      </p:sp>
    </p:spTree>
    <p:extLst>
      <p:ext uri="{BB962C8B-B14F-4D97-AF65-F5344CB8AC3E}">
        <p14:creationId xmlns:p14="http://schemas.microsoft.com/office/powerpoint/2010/main" val="411029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002060"/>
                </a:solidFill>
                <a:latin typeface="Arial Black" panose="020B0A04020102020204" pitchFamily="34" charset="0"/>
              </a:rPr>
              <a:t>LEADERS ARE DICTATORS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234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FASCISM </a:t>
            </a:r>
          </a:p>
        </p:txBody>
      </p:sp>
    </p:spTree>
    <p:extLst>
      <p:ext uri="{BB962C8B-B14F-4D97-AF65-F5344CB8AC3E}">
        <p14:creationId xmlns:p14="http://schemas.microsoft.com/office/powerpoint/2010/main" val="35398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PUBLIC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COMMUNISM </a:t>
            </a:r>
          </a:p>
        </p:txBody>
      </p:sp>
    </p:spTree>
    <p:extLst>
      <p:ext uri="{BB962C8B-B14F-4D97-AF65-F5344CB8AC3E}">
        <p14:creationId xmlns:p14="http://schemas.microsoft.com/office/powerpoint/2010/main" val="3971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LOCAL TO LOCAL</a:t>
            </a:r>
            <a:br>
              <a:rPr lang="en-US" sz="6600" dirty="0">
                <a:latin typeface="Arial Black" panose="020B0A04020102020204" pitchFamily="34" charset="0"/>
              </a:rPr>
            </a:br>
            <a:r>
              <a:rPr lang="en-US" sz="6600" dirty="0">
                <a:latin typeface="Arial Black" panose="020B0A04020102020204" pitchFamily="34" charset="0"/>
              </a:rPr>
              <a:t>NATIONAL TO NATIONAL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FEDERALISM</a:t>
            </a:r>
          </a:p>
        </p:txBody>
      </p:sp>
    </p:spTree>
    <p:extLst>
      <p:ext uri="{BB962C8B-B14F-4D97-AF65-F5344CB8AC3E}">
        <p14:creationId xmlns:p14="http://schemas.microsoft.com/office/powerpoint/2010/main" val="287911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CONTROL LEGISLATIVE AND EXECUTIVE BRANCHES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49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PARLIAMENTARY  </a:t>
            </a:r>
          </a:p>
        </p:txBody>
      </p:sp>
    </p:spTree>
    <p:extLst>
      <p:ext uri="{BB962C8B-B14F-4D97-AF65-F5344CB8AC3E}">
        <p14:creationId xmlns:p14="http://schemas.microsoft.com/office/powerpoint/2010/main" val="374711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STATE OF LAWLESSNESS, NO GOVERNMENT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ANARCHY   </a:t>
            </a:r>
          </a:p>
        </p:txBody>
      </p:sp>
    </p:spTree>
    <p:extLst>
      <p:ext uri="{BB962C8B-B14F-4D97-AF65-F5344CB8AC3E}">
        <p14:creationId xmlns:p14="http://schemas.microsoft.com/office/powerpoint/2010/main" val="99528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RIGHT TO LIFE, LIBERTY AND 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WRIT OF AMPARO </a:t>
            </a:r>
          </a:p>
        </p:txBody>
      </p:sp>
    </p:spTree>
    <p:extLst>
      <p:ext uri="{BB962C8B-B14F-4D97-AF65-F5344CB8AC3E}">
        <p14:creationId xmlns:p14="http://schemas.microsoft.com/office/powerpoint/2010/main" val="308250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RIGHT TO INFORMATON PRIVACY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WRIT OF HABEAS DATA</a:t>
            </a:r>
          </a:p>
        </p:txBody>
      </p:sp>
    </p:spTree>
    <p:extLst>
      <p:ext uri="{BB962C8B-B14F-4D97-AF65-F5344CB8AC3E}">
        <p14:creationId xmlns:p14="http://schemas.microsoft.com/office/powerpoint/2010/main" val="365746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RIGHT TO PRESENT BODY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WRIT OF HABEAS CORPUS </a:t>
            </a:r>
          </a:p>
        </p:txBody>
      </p:sp>
    </p:spTree>
    <p:extLst>
      <p:ext uri="{BB962C8B-B14F-4D97-AF65-F5344CB8AC3E}">
        <p14:creationId xmlns:p14="http://schemas.microsoft.com/office/powerpoint/2010/main" val="100936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RIGHT TO REMAIN SILENT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MIRANDA RIGHT </a:t>
            </a:r>
          </a:p>
        </p:txBody>
      </p:sp>
    </p:spTree>
    <p:extLst>
      <p:ext uri="{BB962C8B-B14F-4D97-AF65-F5344CB8AC3E}">
        <p14:creationId xmlns:p14="http://schemas.microsoft.com/office/powerpoint/2010/main" val="93205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>
                <a:latin typeface="Arial Black" panose="020B0A04020102020204" pitchFamily="34" charset="0"/>
              </a:rPr>
              <a:t>KIND OF GOVERNMENT THAT  IS LEGITIMATE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( BY RIGHT, DECLARED, LAW)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DE JURE </a:t>
            </a:r>
          </a:p>
        </p:txBody>
      </p:sp>
    </p:spTree>
    <p:extLst>
      <p:ext uri="{BB962C8B-B14F-4D97-AF65-F5344CB8AC3E}">
        <p14:creationId xmlns:p14="http://schemas.microsoft.com/office/powerpoint/2010/main" val="206821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>
                <a:latin typeface="Arial Black" panose="020B0A04020102020204" pitchFamily="34" charset="0"/>
              </a:rPr>
              <a:t>ILLEGITIMATE KIND OF GOVERNMENT 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9CHANGING GOVERNMENT)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207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DE FACTO</a:t>
            </a:r>
          </a:p>
        </p:txBody>
      </p:sp>
    </p:spTree>
    <p:extLst>
      <p:ext uri="{BB962C8B-B14F-4D97-AF65-F5344CB8AC3E}">
        <p14:creationId xmlns:p14="http://schemas.microsoft.com/office/powerpoint/2010/main" val="118857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ENUMERATION AND DECLARATION OF RIGHTS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49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BIL OF RIGHTS </a:t>
            </a:r>
          </a:p>
        </p:txBody>
      </p:sp>
    </p:spTree>
    <p:extLst>
      <p:ext uri="{BB962C8B-B14F-4D97-AF65-F5344CB8AC3E}">
        <p14:creationId xmlns:p14="http://schemas.microsoft.com/office/powerpoint/2010/main" val="405720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INALIENABLE/NOT TRANSFERRABLE RIGHT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779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NATIONAL RIGHT</a:t>
            </a:r>
          </a:p>
        </p:txBody>
      </p:sp>
    </p:spTree>
    <p:extLst>
      <p:ext uri="{BB962C8B-B14F-4D97-AF65-F5344CB8AC3E}">
        <p14:creationId xmlns:p14="http://schemas.microsoft.com/office/powerpoint/2010/main" val="253289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37" y="157200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ALIENABLE / CAN BE REMOVED </a:t>
            </a:r>
            <a:endParaRPr lang="en-US" sz="8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537" y="374503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CONSTITUTIONAL RIGHT</a:t>
            </a:r>
          </a:p>
        </p:txBody>
      </p:sp>
    </p:spTree>
    <p:extLst>
      <p:ext uri="{BB962C8B-B14F-4D97-AF65-F5344CB8AC3E}">
        <p14:creationId xmlns:p14="http://schemas.microsoft.com/office/powerpoint/2010/main" val="310780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ADDITIONAL RIGHTS (ex. Right to min. wage)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343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STATUTORY RIGHT</a:t>
            </a:r>
          </a:p>
        </p:txBody>
      </p:sp>
    </p:spTree>
    <p:extLst>
      <p:ext uri="{BB962C8B-B14F-4D97-AF65-F5344CB8AC3E}">
        <p14:creationId xmlns:p14="http://schemas.microsoft.com/office/powerpoint/2010/main" val="185562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RECTIFY/REVIEW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45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REFERENDUM </a:t>
            </a:r>
          </a:p>
        </p:txBody>
      </p:sp>
    </p:spTree>
    <p:extLst>
      <p:ext uri="{BB962C8B-B14F-4D97-AF65-F5344CB8AC3E}">
        <p14:creationId xmlns:p14="http://schemas.microsoft.com/office/powerpoint/2010/main" val="120705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WITH 2 OPTIONS TO CHANGE LAW </a:t>
            </a:r>
            <a:br>
              <a:rPr lang="en-US" sz="6600" dirty="0">
                <a:latin typeface="Arial Black" panose="020B0A04020102020204" pitchFamily="34" charset="0"/>
              </a:rPr>
            </a:br>
            <a:r>
              <a:rPr lang="en-US" sz="6600" dirty="0">
                <a:latin typeface="Arial Black" panose="020B0A04020102020204" pitchFamily="34" charset="0"/>
              </a:rPr>
              <a:t>( YES OR NO)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006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PLEBISCITE</a:t>
            </a:r>
          </a:p>
        </p:txBody>
      </p:sp>
    </p:spTree>
    <p:extLst>
      <p:ext uri="{BB962C8B-B14F-4D97-AF65-F5344CB8AC3E}">
        <p14:creationId xmlns:p14="http://schemas.microsoft.com/office/powerpoint/2010/main" val="398392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PEOPLE INITIATE TO CHANGE OR MAKE LAW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INITIATIVE </a:t>
            </a:r>
          </a:p>
        </p:txBody>
      </p:sp>
    </p:spTree>
    <p:extLst>
      <p:ext uri="{BB962C8B-B14F-4D97-AF65-F5344CB8AC3E}">
        <p14:creationId xmlns:p14="http://schemas.microsoft.com/office/powerpoint/2010/main" val="263818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REMOVE CORRUPT PUBLIC OFFICIAL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RECALL</a:t>
            </a:r>
          </a:p>
        </p:txBody>
      </p:sp>
    </p:spTree>
    <p:extLst>
      <p:ext uri="{BB962C8B-B14F-4D97-AF65-F5344CB8AC3E}">
        <p14:creationId xmlns:p14="http://schemas.microsoft.com/office/powerpoint/2010/main" val="276625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FATHER OF SOCIOLOGY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AUGUSTE COMTE</a:t>
            </a:r>
          </a:p>
        </p:txBody>
      </p:sp>
    </p:spTree>
    <p:extLst>
      <p:ext uri="{BB962C8B-B14F-4D97-AF65-F5344CB8AC3E}">
        <p14:creationId xmlns:p14="http://schemas.microsoft.com/office/powerpoint/2010/main" val="346610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47" y="1375941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 Black" panose="020B0A04020102020204" pitchFamily="34" charset="0"/>
              </a:rPr>
              <a:t>FATHER OF ANTHROPOLOGY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FRANCE BOAO</a:t>
            </a:r>
          </a:p>
        </p:txBody>
      </p:sp>
    </p:spTree>
    <p:extLst>
      <p:ext uri="{BB962C8B-B14F-4D97-AF65-F5344CB8AC3E}">
        <p14:creationId xmlns:p14="http://schemas.microsoft.com/office/powerpoint/2010/main" val="37882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SOCIETY, SOCIOLOGY, COMMUNITY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SOCIOLOGY </a:t>
            </a:r>
          </a:p>
        </p:txBody>
      </p:sp>
    </p:spTree>
    <p:extLst>
      <p:ext uri="{BB962C8B-B14F-4D97-AF65-F5344CB8AC3E}">
        <p14:creationId xmlns:p14="http://schemas.microsoft.com/office/powerpoint/2010/main" val="337754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SOCIETY AND CULTURE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ANTHROPOLOGY </a:t>
            </a:r>
          </a:p>
        </p:txBody>
      </p:sp>
    </p:spTree>
    <p:extLst>
      <p:ext uri="{BB962C8B-B14F-4D97-AF65-F5344CB8AC3E}">
        <p14:creationId xmlns:p14="http://schemas.microsoft.com/office/powerpoint/2010/main" val="332745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AGREEMENT IN SOCIETY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CONSENSUS THEORY </a:t>
            </a:r>
          </a:p>
        </p:txBody>
      </p:sp>
    </p:spTree>
    <p:extLst>
      <p:ext uri="{BB962C8B-B14F-4D97-AF65-F5344CB8AC3E}">
        <p14:creationId xmlns:p14="http://schemas.microsoft.com/office/powerpoint/2010/main" val="162944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DISAGREEMENT IN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CONFLICT THEORY </a:t>
            </a:r>
          </a:p>
        </p:txBody>
      </p:sp>
    </p:spTree>
    <p:extLst>
      <p:ext uri="{BB962C8B-B14F-4D97-AF65-F5344CB8AC3E}">
        <p14:creationId xmlns:p14="http://schemas.microsoft.com/office/powerpoint/2010/main" val="368159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INTERACTION WITH PEOPLE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INTERACTIONAL THEORY </a:t>
            </a:r>
          </a:p>
        </p:txBody>
      </p:sp>
    </p:spTree>
    <p:extLst>
      <p:ext uri="{BB962C8B-B14F-4D97-AF65-F5344CB8AC3E}">
        <p14:creationId xmlns:p14="http://schemas.microsoft.com/office/powerpoint/2010/main" val="32617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MORAL VALUES 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(PO AT OPO)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MORES </a:t>
            </a:r>
          </a:p>
        </p:txBody>
      </p:sp>
    </p:spTree>
    <p:extLst>
      <p:ext uri="{BB962C8B-B14F-4D97-AF65-F5344CB8AC3E}">
        <p14:creationId xmlns:p14="http://schemas.microsoft.com/office/powerpoint/2010/main" val="101737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FORMAL RULES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430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LAWS</a:t>
            </a:r>
          </a:p>
        </p:txBody>
      </p:sp>
    </p:spTree>
    <p:extLst>
      <p:ext uri="{BB962C8B-B14F-4D97-AF65-F5344CB8AC3E}">
        <p14:creationId xmlns:p14="http://schemas.microsoft.com/office/powerpoint/2010/main" val="350365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0636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REPETITIVE BEHAVIOR 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(action)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67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FOLKWAYS </a:t>
            </a:r>
          </a:p>
        </p:txBody>
      </p:sp>
    </p:spTree>
    <p:extLst>
      <p:ext uri="{BB962C8B-B14F-4D97-AF65-F5344CB8AC3E}">
        <p14:creationId xmlns:p14="http://schemas.microsoft.com/office/powerpoint/2010/main" val="39114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CEREMONY LIKE MARRIAGE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RITUALS </a:t>
            </a:r>
          </a:p>
        </p:txBody>
      </p:sp>
    </p:spTree>
    <p:extLst>
      <p:ext uri="{BB962C8B-B14F-4D97-AF65-F5344CB8AC3E}">
        <p14:creationId xmlns:p14="http://schemas.microsoft.com/office/powerpoint/2010/main" val="277529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INABILITY TO ADAPT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CULTURE LAG </a:t>
            </a:r>
          </a:p>
        </p:txBody>
      </p:sp>
    </p:spTree>
    <p:extLst>
      <p:ext uri="{BB962C8B-B14F-4D97-AF65-F5344CB8AC3E}">
        <p14:creationId xmlns:p14="http://schemas.microsoft.com/office/powerpoint/2010/main" val="39313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DISORIENTATION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CULTURE SCHOCK </a:t>
            </a:r>
          </a:p>
        </p:txBody>
      </p:sp>
    </p:spTree>
    <p:extLst>
      <p:ext uri="{BB962C8B-B14F-4D97-AF65-F5344CB8AC3E}">
        <p14:creationId xmlns:p14="http://schemas.microsoft.com/office/powerpoint/2010/main" val="352313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ADAPTION OF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CULTURE INTEGRATION </a:t>
            </a:r>
          </a:p>
        </p:txBody>
      </p:sp>
    </p:spTree>
    <p:extLst>
      <p:ext uri="{BB962C8B-B14F-4D97-AF65-F5344CB8AC3E}">
        <p14:creationId xmlns:p14="http://schemas.microsoft.com/office/powerpoint/2010/main" val="245252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SPREAD OF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DIFFUSION </a:t>
            </a:r>
          </a:p>
        </p:txBody>
      </p:sp>
    </p:spTree>
    <p:extLst>
      <p:ext uri="{BB962C8B-B14F-4D97-AF65-F5344CB8AC3E}">
        <p14:creationId xmlns:p14="http://schemas.microsoft.com/office/powerpoint/2010/main" val="145260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LEARN CULTURE INSIDE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ENCULTURATION </a:t>
            </a:r>
          </a:p>
        </p:txBody>
      </p:sp>
    </p:spTree>
    <p:extLst>
      <p:ext uri="{BB962C8B-B14F-4D97-AF65-F5344CB8AC3E}">
        <p14:creationId xmlns:p14="http://schemas.microsoft.com/office/powerpoint/2010/main" val="159148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LEARN CULTURE OUTSIDE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ACCULTURATION </a:t>
            </a:r>
          </a:p>
        </p:txBody>
      </p:sp>
    </p:spTree>
    <p:extLst>
      <p:ext uri="{BB962C8B-B14F-4D97-AF65-F5344CB8AC3E}">
        <p14:creationId xmlns:p14="http://schemas.microsoft.com/office/powerpoint/2010/main" val="342867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2 CULTURES COMBINE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ALMAGAMATION </a:t>
            </a:r>
          </a:p>
        </p:txBody>
      </p:sp>
    </p:spTree>
    <p:extLst>
      <p:ext uri="{BB962C8B-B14F-4D97-AF65-F5344CB8AC3E}">
        <p14:creationId xmlns:p14="http://schemas.microsoft.com/office/powerpoint/2010/main" val="348802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PHYSICALLY PRESENT TO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IMMERSION </a:t>
            </a:r>
          </a:p>
        </p:txBody>
      </p:sp>
    </p:spTree>
    <p:extLst>
      <p:ext uri="{BB962C8B-B14F-4D97-AF65-F5344CB8AC3E}">
        <p14:creationId xmlns:p14="http://schemas.microsoft.com/office/powerpoint/2010/main" val="17533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CONTINUOUS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>
                <a:solidFill>
                  <a:srgbClr val="FF0000"/>
                </a:solidFill>
                <a:latin typeface="Arial Black" panose="020B0A04020102020204" pitchFamily="34" charset="0"/>
              </a:rPr>
              <a:t>ISOLATION </a:t>
            </a:r>
            <a:endParaRPr lang="en-US" sz="6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31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TUMAHI NG PH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MARCELLA AGONCILLIO </a:t>
            </a:r>
          </a:p>
        </p:txBody>
      </p:sp>
    </p:spTree>
    <p:extLst>
      <p:ext uri="{BB962C8B-B14F-4D97-AF65-F5344CB8AC3E}">
        <p14:creationId xmlns:p14="http://schemas.microsoft.com/office/powerpoint/2010/main" val="378325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COFOUNDER OF KATIPUNAN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APACIBLE </a:t>
            </a:r>
          </a:p>
        </p:txBody>
      </p:sp>
    </p:spTree>
    <p:extLst>
      <p:ext uri="{BB962C8B-B14F-4D97-AF65-F5344CB8AC3E}">
        <p14:creationId xmlns:p14="http://schemas.microsoft.com/office/powerpoint/2010/main" val="278612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ILOKANO REVOLT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DIEGO SILANG </a:t>
            </a:r>
          </a:p>
        </p:txBody>
      </p:sp>
    </p:spTree>
    <p:extLst>
      <p:ext uri="{BB962C8B-B14F-4D97-AF65-F5344CB8AC3E}">
        <p14:creationId xmlns:p14="http://schemas.microsoft.com/office/powerpoint/2010/main" val="360769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MAN OF MANY TALENTS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EPIFANIO DE LOS SANTOS </a:t>
            </a:r>
          </a:p>
        </p:txBody>
      </p:sp>
    </p:spTree>
    <p:extLst>
      <p:ext uri="{BB962C8B-B14F-4D97-AF65-F5344CB8AC3E}">
        <p14:creationId xmlns:p14="http://schemas.microsoft.com/office/powerpoint/2010/main" val="171550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MOTHER OF BIAK NA BATO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TRINIDAD TECSON </a:t>
            </a:r>
          </a:p>
        </p:txBody>
      </p:sp>
    </p:spTree>
    <p:extLst>
      <p:ext uri="{BB962C8B-B14F-4D97-AF65-F5344CB8AC3E}">
        <p14:creationId xmlns:p14="http://schemas.microsoft.com/office/powerpoint/2010/main" val="346739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8762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>
                <a:latin typeface="Arial Black" panose="020B0A04020102020204" pitchFamily="34" charset="0"/>
              </a:rPr>
              <a:t>NAGLAKAD MULA MAYNILA UPANG BUMILI NG ARMAS, ASAWA NI ARTEMIO RICARTE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7" y="41148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AGUEDA ESTEBAN </a:t>
            </a:r>
          </a:p>
        </p:txBody>
      </p:sp>
    </p:spTree>
    <p:extLst>
      <p:ext uri="{BB962C8B-B14F-4D97-AF65-F5344CB8AC3E}">
        <p14:creationId xmlns:p14="http://schemas.microsoft.com/office/powerpoint/2010/main" val="81216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TARLAC REVOLT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GEN. FRANCISCO MAKABUHOS </a:t>
            </a:r>
          </a:p>
        </p:txBody>
      </p:sp>
    </p:spTree>
    <p:extLst>
      <p:ext uri="{BB962C8B-B14F-4D97-AF65-F5344CB8AC3E}">
        <p14:creationId xmlns:p14="http://schemas.microsoft.com/office/powerpoint/2010/main" val="6966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MAGDIWANG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MARIANO ALVAREZ </a:t>
            </a:r>
          </a:p>
        </p:txBody>
      </p:sp>
    </p:spTree>
    <p:extLst>
      <p:ext uri="{BB962C8B-B14F-4D97-AF65-F5344CB8AC3E}">
        <p14:creationId xmlns:p14="http://schemas.microsoft.com/office/powerpoint/2010/main" val="343228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LEADER OF MAGDALO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BALDOMERO AGUINALDO</a:t>
            </a:r>
          </a:p>
        </p:txBody>
      </p:sp>
    </p:spTree>
    <p:extLst>
      <p:ext uri="{BB962C8B-B14F-4D97-AF65-F5344CB8AC3E}">
        <p14:creationId xmlns:p14="http://schemas.microsoft.com/office/powerpoint/2010/main" val="68075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FILIPINO PUBLISHER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TOMAS PINPIN </a:t>
            </a:r>
          </a:p>
        </p:txBody>
      </p:sp>
    </p:spTree>
    <p:extLst>
      <p:ext uri="{BB962C8B-B14F-4D97-AF65-F5344CB8AC3E}">
        <p14:creationId xmlns:p14="http://schemas.microsoft.com/office/powerpoint/2010/main" val="199214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AMA NG MAIKLING KWENTONG TAGALOG,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solidFill>
                  <a:srgbClr val="0070C0"/>
                </a:solidFill>
                <a:latin typeface="Arial Black" panose="020B0A04020102020204" pitchFamily="34" charset="0"/>
              </a:rPr>
              <a:t>ALOJA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DIOGRACIAS ROSARIO </a:t>
            </a:r>
          </a:p>
        </p:txBody>
      </p:sp>
    </p:spTree>
    <p:extLst>
      <p:ext uri="{BB962C8B-B14F-4D97-AF65-F5344CB8AC3E}">
        <p14:creationId xmlns:p14="http://schemas.microsoft.com/office/powerpoint/2010/main" val="82268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OLDEST NEWSPAPER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MANILA BULLETIN </a:t>
            </a:r>
          </a:p>
        </p:txBody>
      </p:sp>
    </p:spTree>
    <p:extLst>
      <p:ext uri="{BB962C8B-B14F-4D97-AF65-F5344CB8AC3E}">
        <p14:creationId xmlns:p14="http://schemas.microsoft.com/office/powerpoint/2010/main" val="95675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CHILD OF ZORROW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ZOILO GALANG</a:t>
            </a:r>
          </a:p>
        </p:txBody>
      </p:sp>
    </p:spTree>
    <p:extLst>
      <p:ext uri="{BB962C8B-B14F-4D97-AF65-F5344CB8AC3E}">
        <p14:creationId xmlns:p14="http://schemas.microsoft.com/office/powerpoint/2010/main" val="396116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URBANA AND FELIZA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MODESTO DE CASTRO 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(epistolary)</a:t>
            </a:r>
          </a:p>
        </p:txBody>
      </p:sp>
    </p:spTree>
    <p:extLst>
      <p:ext uri="{BB962C8B-B14F-4D97-AF65-F5344CB8AC3E}">
        <p14:creationId xmlns:p14="http://schemas.microsoft.com/office/powerpoint/2010/main" val="149145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PALANCA AWARDEE SHORT 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MATUTE </a:t>
            </a:r>
          </a:p>
        </p:txBody>
      </p:sp>
    </p:spTree>
    <p:extLst>
      <p:ext uri="{BB962C8B-B14F-4D97-AF65-F5344CB8AC3E}">
        <p14:creationId xmlns:p14="http://schemas.microsoft.com/office/powerpoint/2010/main" val="238609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1</a:t>
            </a:r>
            <a:r>
              <a:rPr lang="en-US" sz="6000" baseline="30000" dirty="0">
                <a:latin typeface="Arial Black" panose="020B0A04020102020204" pitchFamily="34" charset="0"/>
              </a:rPr>
              <a:t>ST</a:t>
            </a:r>
            <a:r>
              <a:rPr lang="en-US" sz="6000" dirty="0">
                <a:latin typeface="Arial Black" panose="020B0A04020102020204" pitchFamily="34" charset="0"/>
              </a:rPr>
              <a:t> PALANCA AWARDEE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DIONISIO SALAZAR </a:t>
            </a:r>
          </a:p>
        </p:txBody>
      </p:sp>
    </p:spTree>
    <p:extLst>
      <p:ext uri="{BB962C8B-B14F-4D97-AF65-F5344CB8AC3E}">
        <p14:creationId xmlns:p14="http://schemas.microsoft.com/office/powerpoint/2010/main" val="26769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VISUAL ARTS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CARLOS V. FRANCISCO</a:t>
            </a:r>
          </a:p>
        </p:txBody>
      </p:sp>
    </p:spTree>
    <p:extLst>
      <p:ext uri="{BB962C8B-B14F-4D97-AF65-F5344CB8AC3E}">
        <p14:creationId xmlns:p14="http://schemas.microsoft.com/office/powerpoint/2010/main" val="335688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NATIONAL ART MUSIC,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solidFill>
                  <a:srgbClr val="0070C0"/>
                </a:solidFill>
                <a:latin typeface="Arial Black" panose="020B0A04020102020204" pitchFamily="34" charset="0"/>
              </a:rPr>
              <a:t>SA UGOY NG DUYAN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SAN PEDRO </a:t>
            </a:r>
          </a:p>
        </p:txBody>
      </p:sp>
    </p:spTree>
    <p:extLst>
      <p:ext uri="{BB962C8B-B14F-4D97-AF65-F5344CB8AC3E}">
        <p14:creationId xmlns:p14="http://schemas.microsoft.com/office/powerpoint/2010/main" val="81578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GREAT PIANIST </a:t>
            </a:r>
            <a:endParaRPr lang="en-US" sz="6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CECIL LICAD</a:t>
            </a:r>
          </a:p>
        </p:txBody>
      </p:sp>
    </p:spTree>
    <p:extLst>
      <p:ext uri="{BB962C8B-B14F-4D97-AF65-F5344CB8AC3E}">
        <p14:creationId xmlns:p14="http://schemas.microsoft.com/office/powerpoint/2010/main" val="341984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BALLERINA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LISA MACUJA</a:t>
            </a:r>
          </a:p>
        </p:txBody>
      </p:sp>
    </p:spTree>
    <p:extLst>
      <p:ext uri="{BB962C8B-B14F-4D97-AF65-F5344CB8AC3E}">
        <p14:creationId xmlns:p14="http://schemas.microsoft.com/office/powerpoint/2010/main" val="124327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MODERN SCULPTURE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ABUEVA </a:t>
            </a:r>
          </a:p>
        </p:txBody>
      </p:sp>
    </p:spTree>
    <p:extLst>
      <p:ext uri="{BB962C8B-B14F-4D97-AF65-F5344CB8AC3E}">
        <p14:creationId xmlns:p14="http://schemas.microsoft.com/office/powerpoint/2010/main" val="3225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LANDMARK SCULPTURE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CASTRILLO </a:t>
            </a:r>
          </a:p>
        </p:txBody>
      </p:sp>
    </p:spTree>
    <p:extLst>
      <p:ext uri="{BB962C8B-B14F-4D97-AF65-F5344CB8AC3E}">
        <p14:creationId xmlns:p14="http://schemas.microsoft.com/office/powerpoint/2010/main" val="363840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ARENA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MONTANO</a:t>
            </a:r>
          </a:p>
        </p:txBody>
      </p:sp>
    </p:spTree>
    <p:extLst>
      <p:ext uri="{BB962C8B-B14F-4D97-AF65-F5344CB8AC3E}">
        <p14:creationId xmlns:p14="http://schemas.microsoft.com/office/powerpoint/2010/main" val="272090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ROGER </a:t>
            </a:r>
          </a:p>
        </p:txBody>
      </p:sp>
    </p:spTree>
    <p:extLst>
      <p:ext uri="{BB962C8B-B14F-4D97-AF65-F5344CB8AC3E}">
        <p14:creationId xmlns:p14="http://schemas.microsoft.com/office/powerpoint/2010/main" val="27808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EXPERIMENTAL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TINIO </a:t>
            </a:r>
          </a:p>
        </p:txBody>
      </p:sp>
    </p:spTree>
    <p:extLst>
      <p:ext uri="{BB962C8B-B14F-4D97-AF65-F5344CB8AC3E}">
        <p14:creationId xmlns:p14="http://schemas.microsoft.com/office/powerpoint/2010/main" val="397438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SPOLARIUM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337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JUAN LUNA  </a:t>
            </a:r>
          </a:p>
        </p:txBody>
      </p:sp>
    </p:spTree>
    <p:extLst>
      <p:ext uri="{BB962C8B-B14F-4D97-AF65-F5344CB8AC3E}">
        <p14:creationId xmlns:p14="http://schemas.microsoft.com/office/powerpoint/2010/main" val="47013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3570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PEN NAMES</a:t>
            </a:r>
          </a:p>
        </p:txBody>
      </p:sp>
    </p:spTree>
    <p:extLst>
      <p:ext uri="{BB962C8B-B14F-4D97-AF65-F5344CB8AC3E}">
        <p14:creationId xmlns:p14="http://schemas.microsoft.com/office/powerpoint/2010/main" val="334432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821" y="1748921"/>
            <a:ext cx="10515600" cy="132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latin typeface="Arial Black" panose="020B0A04020102020204" pitchFamily="34" charset="0"/>
              </a:rPr>
              <a:t>PARALITIKO, 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SUBLIME PARALYTIC, </a:t>
            </a:r>
            <a:b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UTAK NG REBOLUSYON,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1</a:t>
            </a:r>
            <a:r>
              <a:rPr lang="en-US" sz="4000" baseline="30000" dirty="0">
                <a:solidFill>
                  <a:srgbClr val="0070C0"/>
                </a:solidFill>
                <a:latin typeface="Arial Black" panose="020B0A04020102020204" pitchFamily="34" charset="0"/>
              </a:rPr>
              <a:t>ST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PRIME MINISTER, </a:t>
            </a:r>
            <a:r>
              <a:rPr lang="en-US" sz="4000" dirty="0">
                <a:latin typeface="Arial Black" panose="020B0A04020102020204" pitchFamily="34" charset="0"/>
              </a:rPr>
              <a:t/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LAWYER 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CAUSE OF DEATH-CHOLERA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90" y="4682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APOLINARIO MABINI</a:t>
            </a:r>
          </a:p>
        </p:txBody>
      </p:sp>
    </p:spTree>
    <p:extLst>
      <p:ext uri="{BB962C8B-B14F-4D97-AF65-F5344CB8AC3E}">
        <p14:creationId xmlns:p14="http://schemas.microsoft.com/office/powerpoint/2010/main" val="155656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TIKABALANG, NANING, KALINPULAKO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MARIANO PONCE</a:t>
            </a:r>
          </a:p>
        </p:txBody>
      </p:sp>
    </p:spTree>
    <p:extLst>
      <p:ext uri="{BB962C8B-B14F-4D97-AF65-F5344CB8AC3E}">
        <p14:creationId xmlns:p14="http://schemas.microsoft.com/office/powerpoint/2010/main" val="407199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TAGA-ILOG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ANTONIO LUNA </a:t>
            </a:r>
          </a:p>
        </p:txBody>
      </p:sp>
    </p:spTree>
    <p:extLst>
      <p:ext uri="{BB962C8B-B14F-4D97-AF65-F5344CB8AC3E}">
        <p14:creationId xmlns:p14="http://schemas.microsoft.com/office/powerpoint/2010/main" val="39075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POTACIO, BUWAN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JUAN LUNA </a:t>
            </a:r>
          </a:p>
        </p:txBody>
      </p:sp>
    </p:spTree>
    <p:extLst>
      <p:ext uri="{BB962C8B-B14F-4D97-AF65-F5344CB8AC3E}">
        <p14:creationId xmlns:p14="http://schemas.microsoft.com/office/powerpoint/2010/main" val="208019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BALAGTAS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FRANCISCO BALTAZAR</a:t>
            </a:r>
          </a:p>
        </p:txBody>
      </p:sp>
    </p:spTree>
    <p:extLst>
      <p:ext uri="{BB962C8B-B14F-4D97-AF65-F5344CB8AC3E}">
        <p14:creationId xmlns:p14="http://schemas.microsoft.com/office/powerpoint/2010/main" val="105859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JOMAPA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MARIA PANGANIBAN </a:t>
            </a:r>
          </a:p>
        </p:txBody>
      </p:sp>
    </p:spTree>
    <p:extLst>
      <p:ext uri="{BB962C8B-B14F-4D97-AF65-F5344CB8AC3E}">
        <p14:creationId xmlns:p14="http://schemas.microsoft.com/office/powerpoint/2010/main" val="141144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HUSENG SISIW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DELA CRUZ </a:t>
            </a:r>
          </a:p>
        </p:txBody>
      </p:sp>
    </p:spTree>
    <p:extLst>
      <p:ext uri="{BB962C8B-B14F-4D97-AF65-F5344CB8AC3E}">
        <p14:creationId xmlns:p14="http://schemas.microsoft.com/office/powerpoint/2010/main" val="251320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HUSENG BATUTE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JOSE CORAZON DE JESUS</a:t>
            </a:r>
          </a:p>
        </p:txBody>
      </p:sp>
    </p:spTree>
    <p:extLst>
      <p:ext uri="{BB962C8B-B14F-4D97-AF65-F5344CB8AC3E}">
        <p14:creationId xmlns:p14="http://schemas.microsoft.com/office/powerpoint/2010/main" val="177507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MADLANG AWA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VALENZUELA </a:t>
            </a:r>
          </a:p>
        </p:txBody>
      </p:sp>
    </p:spTree>
    <p:extLst>
      <p:ext uri="{BB962C8B-B14F-4D97-AF65-F5344CB8AC3E}">
        <p14:creationId xmlns:p14="http://schemas.microsoft.com/office/powerpoint/2010/main" val="155358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TANDANG SORA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MELCHORA AQUINO </a:t>
            </a:r>
          </a:p>
        </p:txBody>
      </p:sp>
    </p:spTree>
    <p:extLst>
      <p:ext uri="{BB962C8B-B14F-4D97-AF65-F5344CB8AC3E}">
        <p14:creationId xmlns:p14="http://schemas.microsoft.com/office/powerpoint/2010/main" val="235881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DIMAS ILAW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EMILIO JACINTO</a:t>
            </a:r>
          </a:p>
        </p:txBody>
      </p:sp>
    </p:spTree>
    <p:extLst>
      <p:ext uri="{BB962C8B-B14F-4D97-AF65-F5344CB8AC3E}">
        <p14:creationId xmlns:p14="http://schemas.microsoft.com/office/powerpoint/2010/main" val="224520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DIEGO LAURA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842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GRACIANO LOPEZ JAENA </a:t>
            </a:r>
          </a:p>
        </p:txBody>
      </p:sp>
    </p:spTree>
    <p:extLst>
      <p:ext uri="{BB962C8B-B14F-4D97-AF65-F5344CB8AC3E}">
        <p14:creationId xmlns:p14="http://schemas.microsoft.com/office/powerpoint/2010/main" val="360801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60D8-F0E3-09BC-5946-195A4E7C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910"/>
            <a:ext cx="10515600" cy="1325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DIEGO LAURA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ACF-4258-BF0D-A1A7-65B05EB7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21" y="37538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GRACIANO LOPEZ JAENA </a:t>
            </a:r>
          </a:p>
        </p:txBody>
      </p:sp>
    </p:spTree>
    <p:extLst>
      <p:ext uri="{BB962C8B-B14F-4D97-AF65-F5344CB8AC3E}">
        <p14:creationId xmlns:p14="http://schemas.microsoft.com/office/powerpoint/2010/main" val="149213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584</TotalTime>
  <Words>698</Words>
  <Application>Microsoft Office PowerPoint</Application>
  <PresentationFormat>Widescreen</PresentationFormat>
  <Paragraphs>256</Paragraphs>
  <Slides>127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2" baseType="lpstr">
      <vt:lpstr>Arial</vt:lpstr>
      <vt:lpstr>Arial Black</vt:lpstr>
      <vt:lpstr>Calibri</vt:lpstr>
      <vt:lpstr>Calibri Light</vt:lpstr>
      <vt:lpstr>Office Theme</vt:lpstr>
      <vt:lpstr>Gen Ed Booster </vt:lpstr>
      <vt:lpstr>FATHER OF POLITICAL SCIENCE</vt:lpstr>
      <vt:lpstr>LEGAL CONCEPT</vt:lpstr>
      <vt:lpstr>GENERAL, CULTURE CONCEPT </vt:lpstr>
      <vt:lpstr>PowerPoint Presentation</vt:lpstr>
      <vt:lpstr>PowerPoint Presentation</vt:lpstr>
      <vt:lpstr>POPULATION (ELEMENTS OF STATE) </vt:lpstr>
      <vt:lpstr>POWER TO COMMAND PEOPLE &amp; ENFORCE OBEDIENCE  (ELEMENTS OF STATE) </vt:lpstr>
      <vt:lpstr>GENERAL WELFARE (POWER OF STATE) </vt:lpstr>
      <vt:lpstr>JUST COMPENSATION, EXPROPRIATION (POWER OF STATE)</vt:lpstr>
      <vt:lpstr>CHARGE OF BURDEN (POWER OF STATE)</vt:lpstr>
      <vt:lpstr>FATHER IS  THE LEADER OR AUTHORITY (THEORIES OF STATE)  </vt:lpstr>
      <vt:lpstr>SOCIETY IS CREATED BY GOD (THEORIES OF STATE)  </vt:lpstr>
      <vt:lpstr>PRESENCE OF WAR (THEORIES OF STATE)  </vt:lpstr>
      <vt:lpstr>FREEDM OF SPEECH AND RELIGION (THEORIES OF STATE)  </vt:lpstr>
      <vt:lpstr>LAW MAKING BODY </vt:lpstr>
      <vt:lpstr>IMPLEMENTING BODY</vt:lpstr>
      <vt:lpstr>INTERPRETING BODY </vt:lpstr>
      <vt:lpstr>BICAMERALISM WRITTEN IN?</vt:lpstr>
      <vt:lpstr>CURRENT SENATE PRESIDENT </vt:lpstr>
      <vt:lpstr>INCOMING SENATE PRESIDENT </vt:lpstr>
      <vt:lpstr>UPPER HOUSE </vt:lpstr>
      <vt:lpstr>LOWER HOUSE </vt:lpstr>
      <vt:lpstr>TERM OF SENATOR </vt:lpstr>
      <vt:lpstr>MAXIMUM TERM</vt:lpstr>
      <vt:lpstr>REQUIRED AGE FOR SENATOR </vt:lpstr>
      <vt:lpstr>NUMBER OF CONGRESS REPS </vt:lpstr>
      <vt:lpstr>NUMBER OF PARTY LIST </vt:lpstr>
      <vt:lpstr>NUMBER OF SENATOR </vt:lpstr>
      <vt:lpstr>NUMBER OF SUPREME COURT MEMBERS  </vt:lpstr>
      <vt:lpstr>WHO ARE IN IMPLEMENTING BODY?</vt:lpstr>
      <vt:lpstr>STUDY OF STATE AND GOVERNMENT </vt:lpstr>
      <vt:lpstr>TANOD BAYAN</vt:lpstr>
      <vt:lpstr>HIGHEST COURT </vt:lpstr>
      <vt:lpstr>DAYS BAGO MAGING BATAS ANG BILL</vt:lpstr>
      <vt:lpstr>% OF CONGRESS TO APPROVE THE BILL </vt:lpstr>
      <vt:lpstr>REJECTION AND APPEAL OF THE PRESIDENT </vt:lpstr>
      <vt:lpstr>SECURES EQUAL POWER O 3 BODIES  </vt:lpstr>
      <vt:lpstr>POWER VESTED FOR, BY AND OF THE PEOPLE</vt:lpstr>
      <vt:lpstr>PEOPLE MAKE LAW </vt:lpstr>
      <vt:lpstr>REPRESENTATIVES MAKE LAW </vt:lpstr>
      <vt:lpstr>LEADERS ARE MONARCHS, KING AND QUEEN </vt:lpstr>
      <vt:lpstr>MONARCH CONTROL 3 BRANCHES </vt:lpstr>
      <vt:lpstr>TYPE OF MONARCHY THAT FOLLOWS CONSTITUTION </vt:lpstr>
      <vt:lpstr>LEADERS ARE FEW WEALTHY PEOPLE</vt:lpstr>
      <vt:lpstr>LEADERS ARE ELITE </vt:lpstr>
      <vt:lpstr>LEADS BY TALENT </vt:lpstr>
      <vt:lpstr>TOTAL CONTROL </vt:lpstr>
      <vt:lpstr>LEADERS ARE DICTATORS </vt:lpstr>
      <vt:lpstr>PUBLIC OWNERSHIP</vt:lpstr>
      <vt:lpstr>LOCAL TO LOCAL NATIONAL TO NATIONAL</vt:lpstr>
      <vt:lpstr>CONTROL LEGISLATIVE AND EXECUTIVE BRANCHES </vt:lpstr>
      <vt:lpstr>STATE OF LAWLESSNESS, NO GOVERNMENT </vt:lpstr>
      <vt:lpstr>RIGHT TO LIFE, LIBERTY AND SECURITY </vt:lpstr>
      <vt:lpstr>RIGHT TO INFORMATON PRIVACY </vt:lpstr>
      <vt:lpstr>RIGHT TO PRESENT BODY </vt:lpstr>
      <vt:lpstr>RIGHT TO REMAIN SILENT </vt:lpstr>
      <vt:lpstr>KIND OF GOVERNMENT THAT  IS LEGITIMATE ( BY RIGHT, DECLARED, LAW) </vt:lpstr>
      <vt:lpstr>ILLEGITIMATE KIND OF GOVERNMENT  9CHANGING GOVERNMENT)</vt:lpstr>
      <vt:lpstr>ENUMERATION AND DECLARATION OF RIGHTS </vt:lpstr>
      <vt:lpstr>INALIENABLE/NOT TRANSFERRABLE RIGHT </vt:lpstr>
      <vt:lpstr>ALIENABLE / CAN BE REMOVED </vt:lpstr>
      <vt:lpstr>ADDITIONAL RIGHTS (ex. Right to min. wage)</vt:lpstr>
      <vt:lpstr>RECTIFY/REVIEW LAW</vt:lpstr>
      <vt:lpstr>WITH 2 OPTIONS TO CHANGE LAW  ( YES OR NO) </vt:lpstr>
      <vt:lpstr>PEOPLE INITIATE TO CHANGE OR MAKE LAW </vt:lpstr>
      <vt:lpstr>REMOVE CORRUPT PUBLIC OFFICIAL</vt:lpstr>
      <vt:lpstr>FATHER OF SOCIOLOGY </vt:lpstr>
      <vt:lpstr>FATHER OF ANTHROPOLOGY </vt:lpstr>
      <vt:lpstr>SOCIETY, SOCIOLOGY, COMMUNITY </vt:lpstr>
      <vt:lpstr>SOCIETY AND CULTURE </vt:lpstr>
      <vt:lpstr>AGREEMENT IN SOCIETY </vt:lpstr>
      <vt:lpstr>DISAGREEMENT IN SOCIETY</vt:lpstr>
      <vt:lpstr>INTERACTION WITH PEOPLE </vt:lpstr>
      <vt:lpstr>MORAL VALUES  (PO AT OPO) </vt:lpstr>
      <vt:lpstr>FORMAL RULES </vt:lpstr>
      <vt:lpstr>REPETITIVE BEHAVIOR  (action) </vt:lpstr>
      <vt:lpstr>CEREMONY LIKE MARRIAGE </vt:lpstr>
      <vt:lpstr>INABILITY TO ADAPT</vt:lpstr>
      <vt:lpstr>DISORIENTATION</vt:lpstr>
      <vt:lpstr>ADAPTION OF CULTURE</vt:lpstr>
      <vt:lpstr>SPREAD OF CULTURE</vt:lpstr>
      <vt:lpstr>LEARN CULTURE INSIDE </vt:lpstr>
      <vt:lpstr>LEARN CULTURE OUTSIDE </vt:lpstr>
      <vt:lpstr>2 CULTURES COMBINE </vt:lpstr>
      <vt:lpstr>PHYSICALLY PRESENT TO LEARN</vt:lpstr>
      <vt:lpstr>CONTINUOUS CULTURE</vt:lpstr>
      <vt:lpstr>TUMAHI NG PH FLAG</vt:lpstr>
      <vt:lpstr>COFOUNDER OF KATIPUNAN</vt:lpstr>
      <vt:lpstr>LEADER OF ILOKANO REVOLT </vt:lpstr>
      <vt:lpstr>MAN OF MANY TALENTS </vt:lpstr>
      <vt:lpstr>MOTHER OF BIAK NA BATO </vt:lpstr>
      <vt:lpstr>NAGLAKAD MULA MAYNILA UPANG BUMILI NG ARMAS, ASAWA NI ARTEMIO RICARTE</vt:lpstr>
      <vt:lpstr>LEADER OF TARLAC REVOLT </vt:lpstr>
      <vt:lpstr>LEADER OF MAGDIWANG </vt:lpstr>
      <vt:lpstr>LEADER OF MAGDALO </vt:lpstr>
      <vt:lpstr>1ST FILIPINO PUBLISHER </vt:lpstr>
      <vt:lpstr>AMA NG MAIKLING KWENTONG TAGALOG, ALOJA </vt:lpstr>
      <vt:lpstr>OLDEST NEWSPAPER </vt:lpstr>
      <vt:lpstr>CHILD OF ZORROW </vt:lpstr>
      <vt:lpstr>URBANA AND FELIZA </vt:lpstr>
      <vt:lpstr>1ST PALANCA AWARDEE SHORT STORY </vt:lpstr>
      <vt:lpstr>1ST PALANCA AWARDEE PLAY</vt:lpstr>
      <vt:lpstr>VISUAL ARTS </vt:lpstr>
      <vt:lpstr>NATIONAL ART MUSIC, SA UGOY NG DUYAN</vt:lpstr>
      <vt:lpstr>GREAT PIANIST </vt:lpstr>
      <vt:lpstr>BALLERINA </vt:lpstr>
      <vt:lpstr>MODERN SCULPTURE  </vt:lpstr>
      <vt:lpstr>LANDMARK SCULPTURE  </vt:lpstr>
      <vt:lpstr>ARENA</vt:lpstr>
      <vt:lpstr>SALA</vt:lpstr>
      <vt:lpstr>EXPERIMENTAL</vt:lpstr>
      <vt:lpstr>SPOLARIUM</vt:lpstr>
      <vt:lpstr>PowerPoint Presentation</vt:lpstr>
      <vt:lpstr>PARALITIKO,  SUBLIME PARALYTIC,  UTAK NG REBOLUSYON, 1ST PRIME MINISTER,  LAWYER  CAUSE OF DEATH-CHOLERA </vt:lpstr>
      <vt:lpstr>TIKABALANG, NANING, KALINPULAKO</vt:lpstr>
      <vt:lpstr>TAGA-ILOG</vt:lpstr>
      <vt:lpstr>POTACIO, BUWAN </vt:lpstr>
      <vt:lpstr>BALAGTAS </vt:lpstr>
      <vt:lpstr>JOMAPA </vt:lpstr>
      <vt:lpstr>HUSENG SISIW </vt:lpstr>
      <vt:lpstr>HUSENG BATUTE  </vt:lpstr>
      <vt:lpstr>MADLANG AWA</vt:lpstr>
      <vt:lpstr>TANDANG SORA </vt:lpstr>
      <vt:lpstr>DIMAS ILAW </vt:lpstr>
      <vt:lpstr>DIEGO LAURA </vt:lpstr>
      <vt:lpstr>DIEGO LAURA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Daisy Marasigan</dc:creator>
  <cp:lastModifiedBy>JESUSSAVEME</cp:lastModifiedBy>
  <cp:revision>60</cp:revision>
  <dcterms:created xsi:type="dcterms:W3CDTF">2022-08-16T22:28:49Z</dcterms:created>
  <dcterms:modified xsi:type="dcterms:W3CDTF">2023-03-04T10:57:56Z</dcterms:modified>
</cp:coreProperties>
</file>