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2"/>
  </p:notesMasterIdLst>
  <p:sldIdLst>
    <p:sldId id="256" r:id="rId2"/>
    <p:sldId id="257" r:id="rId3"/>
    <p:sldId id="358" r:id="rId4"/>
    <p:sldId id="258" r:id="rId5"/>
    <p:sldId id="259" r:id="rId6"/>
    <p:sldId id="260" r:id="rId7"/>
    <p:sldId id="361" r:id="rId8"/>
    <p:sldId id="261" r:id="rId9"/>
    <p:sldId id="262" r:id="rId10"/>
    <p:sldId id="263" r:id="rId11"/>
    <p:sldId id="264" r:id="rId12"/>
    <p:sldId id="265" r:id="rId13"/>
    <p:sldId id="266" r:id="rId14"/>
    <p:sldId id="386" r:id="rId15"/>
    <p:sldId id="267" r:id="rId16"/>
    <p:sldId id="268" r:id="rId17"/>
    <p:sldId id="269" r:id="rId18"/>
    <p:sldId id="270" r:id="rId19"/>
    <p:sldId id="271" r:id="rId20"/>
    <p:sldId id="272" r:id="rId21"/>
    <p:sldId id="273" r:id="rId22"/>
    <p:sldId id="274" r:id="rId23"/>
    <p:sldId id="275" r:id="rId24"/>
    <p:sldId id="276" r:id="rId25"/>
    <p:sldId id="277" r:id="rId26"/>
    <p:sldId id="408" r:id="rId27"/>
    <p:sldId id="409" r:id="rId28"/>
    <p:sldId id="278" r:id="rId29"/>
    <p:sldId id="279" r:id="rId30"/>
    <p:sldId id="365" r:id="rId31"/>
    <p:sldId id="281" r:id="rId32"/>
    <p:sldId id="403" r:id="rId33"/>
    <p:sldId id="282" r:id="rId34"/>
    <p:sldId id="363" r:id="rId35"/>
    <p:sldId id="364" r:id="rId36"/>
    <p:sldId id="283" r:id="rId37"/>
    <p:sldId id="366" r:id="rId38"/>
    <p:sldId id="284" r:id="rId39"/>
    <p:sldId id="367" r:id="rId40"/>
    <p:sldId id="285" r:id="rId41"/>
    <p:sldId id="368" r:id="rId42"/>
    <p:sldId id="286" r:id="rId43"/>
    <p:sldId id="369" r:id="rId44"/>
    <p:sldId id="287" r:id="rId45"/>
    <p:sldId id="362" r:id="rId46"/>
    <p:sldId id="370" r:id="rId47"/>
    <p:sldId id="371" r:id="rId48"/>
    <p:sldId id="288" r:id="rId49"/>
    <p:sldId id="372" r:id="rId50"/>
    <p:sldId id="289" r:id="rId51"/>
    <p:sldId id="373" r:id="rId52"/>
    <p:sldId id="374" r:id="rId53"/>
    <p:sldId id="290" r:id="rId54"/>
    <p:sldId id="291" r:id="rId55"/>
    <p:sldId id="292" r:id="rId56"/>
    <p:sldId id="375" r:id="rId57"/>
    <p:sldId id="293" r:id="rId58"/>
    <p:sldId id="294" r:id="rId59"/>
    <p:sldId id="295" r:id="rId60"/>
    <p:sldId id="296" r:id="rId61"/>
    <p:sldId id="377" r:id="rId62"/>
    <p:sldId id="378" r:id="rId63"/>
    <p:sldId id="379" r:id="rId64"/>
    <p:sldId id="380" r:id="rId65"/>
    <p:sldId id="381" r:id="rId66"/>
    <p:sldId id="382" r:id="rId67"/>
    <p:sldId id="383" r:id="rId68"/>
    <p:sldId id="384" r:id="rId69"/>
    <p:sldId id="385" r:id="rId70"/>
    <p:sldId id="297" r:id="rId71"/>
    <p:sldId id="298" r:id="rId72"/>
    <p:sldId id="299" r:id="rId73"/>
    <p:sldId id="300" r:id="rId74"/>
    <p:sldId id="301" r:id="rId75"/>
    <p:sldId id="387" r:id="rId76"/>
    <p:sldId id="388" r:id="rId77"/>
    <p:sldId id="389" r:id="rId78"/>
    <p:sldId id="302" r:id="rId79"/>
    <p:sldId id="390" r:id="rId80"/>
    <p:sldId id="391" r:id="rId81"/>
    <p:sldId id="303" r:id="rId82"/>
    <p:sldId id="304" r:id="rId83"/>
    <p:sldId id="392" r:id="rId84"/>
    <p:sldId id="305" r:id="rId85"/>
    <p:sldId id="393" r:id="rId86"/>
    <p:sldId id="394" r:id="rId87"/>
    <p:sldId id="307" r:id="rId88"/>
    <p:sldId id="308" r:id="rId89"/>
    <p:sldId id="309" r:id="rId90"/>
    <p:sldId id="310" r:id="rId91"/>
    <p:sldId id="311" r:id="rId92"/>
    <p:sldId id="395" r:id="rId93"/>
    <p:sldId id="396" r:id="rId94"/>
    <p:sldId id="312" r:id="rId95"/>
    <p:sldId id="313" r:id="rId96"/>
    <p:sldId id="314" r:id="rId97"/>
    <p:sldId id="315" r:id="rId98"/>
    <p:sldId id="316" r:id="rId99"/>
    <p:sldId id="317" r:id="rId100"/>
    <p:sldId id="318" r:id="rId101"/>
    <p:sldId id="319" r:id="rId102"/>
    <p:sldId id="398" r:id="rId103"/>
    <p:sldId id="320" r:id="rId104"/>
    <p:sldId id="399" r:id="rId105"/>
    <p:sldId id="400" r:id="rId106"/>
    <p:sldId id="401" r:id="rId107"/>
    <p:sldId id="402" r:id="rId108"/>
    <p:sldId id="321" r:id="rId109"/>
    <p:sldId id="322" r:id="rId110"/>
    <p:sldId id="323" r:id="rId111"/>
    <p:sldId id="324" r:id="rId112"/>
    <p:sldId id="325" r:id="rId113"/>
    <p:sldId id="326" r:id="rId114"/>
    <p:sldId id="327" r:id="rId115"/>
    <p:sldId id="328" r:id="rId116"/>
    <p:sldId id="329" r:id="rId117"/>
    <p:sldId id="330" r:id="rId118"/>
    <p:sldId id="331" r:id="rId119"/>
    <p:sldId id="332" r:id="rId120"/>
    <p:sldId id="333" r:id="rId121"/>
    <p:sldId id="334" r:id="rId122"/>
    <p:sldId id="335" r:id="rId123"/>
    <p:sldId id="336" r:id="rId124"/>
    <p:sldId id="337" r:id="rId125"/>
    <p:sldId id="338" r:id="rId126"/>
    <p:sldId id="411" r:id="rId127"/>
    <p:sldId id="339" r:id="rId128"/>
    <p:sldId id="410" r:id="rId129"/>
    <p:sldId id="340" r:id="rId130"/>
    <p:sldId id="341" r:id="rId131"/>
    <p:sldId id="342" r:id="rId132"/>
    <p:sldId id="343" r:id="rId133"/>
    <p:sldId id="344" r:id="rId134"/>
    <p:sldId id="345" r:id="rId135"/>
    <p:sldId id="406" r:id="rId136"/>
    <p:sldId id="407" r:id="rId137"/>
    <p:sldId id="346" r:id="rId138"/>
    <p:sldId id="347" r:id="rId139"/>
    <p:sldId id="348" r:id="rId140"/>
    <p:sldId id="349" r:id="rId141"/>
    <p:sldId id="350" r:id="rId142"/>
    <p:sldId id="351" r:id="rId143"/>
    <p:sldId id="352" r:id="rId144"/>
    <p:sldId id="353" r:id="rId145"/>
    <p:sldId id="354" r:id="rId146"/>
    <p:sldId id="355" r:id="rId147"/>
    <p:sldId id="405" r:id="rId148"/>
    <p:sldId id="404" r:id="rId149"/>
    <p:sldId id="356" r:id="rId150"/>
    <p:sldId id="357" r:id="rId1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8" autoAdjust="0"/>
    <p:restoredTop sz="94671" autoAdjust="0"/>
  </p:normalViewPr>
  <p:slideViewPr>
    <p:cSldViewPr>
      <p:cViewPr varScale="1">
        <p:scale>
          <a:sx n="27" d="100"/>
          <a:sy n="27" d="100"/>
        </p:scale>
        <p:origin x="408" y="29"/>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5535DD-AF2B-46AA-A8C6-FF2F92ED5E37}"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00C01963-CECD-4502-8952-D3A2C035DC8A}">
      <dgm:prSet phldrT="[Text]"/>
      <dgm:spPr/>
      <dgm:t>
        <a:bodyPr/>
        <a:lstStyle/>
        <a:p>
          <a:r>
            <a:rPr lang="en-US" dirty="0" smtClean="0"/>
            <a:t>O</a:t>
          </a:r>
          <a:endParaRPr lang="en-US" dirty="0"/>
        </a:p>
      </dgm:t>
    </dgm:pt>
    <dgm:pt modelId="{482F5546-11C0-436F-888A-121874925CCC}" type="parTrans" cxnId="{D78E1FFA-6E78-471F-A611-31EFEA11E216}">
      <dgm:prSet/>
      <dgm:spPr/>
      <dgm:t>
        <a:bodyPr/>
        <a:lstStyle/>
        <a:p>
          <a:endParaRPr lang="en-US"/>
        </a:p>
      </dgm:t>
    </dgm:pt>
    <dgm:pt modelId="{3765AF1E-FFCA-4ECD-97FE-41EB7B10B8B5}" type="sibTrans" cxnId="{D78E1FFA-6E78-471F-A611-31EFEA11E216}">
      <dgm:prSet/>
      <dgm:spPr/>
      <dgm:t>
        <a:bodyPr/>
        <a:lstStyle/>
        <a:p>
          <a:endParaRPr lang="en-US"/>
        </a:p>
      </dgm:t>
    </dgm:pt>
    <dgm:pt modelId="{2052AA03-16EC-44B0-9AE3-D7CC9AEA19C9}">
      <dgm:prSet phldrT="[Text]"/>
      <dgm:spPr/>
      <dgm:t>
        <a:bodyPr/>
        <a:lstStyle/>
        <a:p>
          <a:r>
            <a:rPr lang="en-US" dirty="0" smtClean="0"/>
            <a:t>S</a:t>
          </a:r>
          <a:endParaRPr lang="en-US" dirty="0"/>
        </a:p>
      </dgm:t>
    </dgm:pt>
    <dgm:pt modelId="{3AD49C86-FB32-49C1-8F8D-697A2C1F995F}" type="parTrans" cxnId="{868AB6E3-7B45-46C4-B6C1-F0E5AAF28954}">
      <dgm:prSet/>
      <dgm:spPr/>
      <dgm:t>
        <a:bodyPr/>
        <a:lstStyle/>
        <a:p>
          <a:endParaRPr lang="en-US"/>
        </a:p>
      </dgm:t>
    </dgm:pt>
    <dgm:pt modelId="{07A7499A-D104-4571-9C8A-162FAE040BCD}" type="sibTrans" cxnId="{868AB6E3-7B45-46C4-B6C1-F0E5AAF28954}">
      <dgm:prSet/>
      <dgm:spPr/>
      <dgm:t>
        <a:bodyPr/>
        <a:lstStyle/>
        <a:p>
          <a:endParaRPr lang="en-US"/>
        </a:p>
      </dgm:t>
    </dgm:pt>
    <dgm:pt modelId="{52BA21E0-23CC-419B-A072-13090180BDD8}">
      <dgm:prSet phldrT="[Text]"/>
      <dgm:spPr/>
      <dgm:t>
        <a:bodyPr/>
        <a:lstStyle/>
        <a:p>
          <a:r>
            <a:rPr lang="en-US" dirty="0" smtClean="0"/>
            <a:t>Subject Matter</a:t>
          </a:r>
          <a:endParaRPr lang="en-US" dirty="0"/>
        </a:p>
      </dgm:t>
    </dgm:pt>
    <dgm:pt modelId="{19928924-0007-4CBD-B0AE-7CAC26017BA5}" type="parTrans" cxnId="{A81018E9-8072-4882-8A6C-21CAF5AF3877}">
      <dgm:prSet/>
      <dgm:spPr/>
      <dgm:t>
        <a:bodyPr/>
        <a:lstStyle/>
        <a:p>
          <a:endParaRPr lang="en-US"/>
        </a:p>
      </dgm:t>
    </dgm:pt>
    <dgm:pt modelId="{5619603A-3228-4D92-8024-10DC85ABD9C1}" type="sibTrans" cxnId="{A81018E9-8072-4882-8A6C-21CAF5AF3877}">
      <dgm:prSet/>
      <dgm:spPr/>
      <dgm:t>
        <a:bodyPr/>
        <a:lstStyle/>
        <a:p>
          <a:endParaRPr lang="en-US"/>
        </a:p>
      </dgm:t>
    </dgm:pt>
    <dgm:pt modelId="{A4B245F7-805B-4506-A2CF-F0234135B840}">
      <dgm:prSet phldrT="[Text]"/>
      <dgm:spPr/>
      <dgm:t>
        <a:bodyPr/>
        <a:lstStyle/>
        <a:p>
          <a:r>
            <a:rPr lang="en-US" dirty="0" smtClean="0"/>
            <a:t>L</a:t>
          </a:r>
          <a:endParaRPr lang="en-US" dirty="0"/>
        </a:p>
      </dgm:t>
    </dgm:pt>
    <dgm:pt modelId="{E5B31B88-EAE0-449F-BA19-75070F5389C6}" type="parTrans" cxnId="{AB72B45B-96B1-4FA9-9E0E-C3614A203BB1}">
      <dgm:prSet/>
      <dgm:spPr/>
      <dgm:t>
        <a:bodyPr/>
        <a:lstStyle/>
        <a:p>
          <a:endParaRPr lang="en-US"/>
        </a:p>
      </dgm:t>
    </dgm:pt>
    <dgm:pt modelId="{A1CDC82B-A1E4-4154-BFBE-8DAA00BC725E}" type="sibTrans" cxnId="{AB72B45B-96B1-4FA9-9E0E-C3614A203BB1}">
      <dgm:prSet/>
      <dgm:spPr/>
      <dgm:t>
        <a:bodyPr/>
        <a:lstStyle/>
        <a:p>
          <a:endParaRPr lang="en-US"/>
        </a:p>
      </dgm:t>
    </dgm:pt>
    <dgm:pt modelId="{A59BEC02-70E1-4E8E-AF1F-3808ACF49C5D}">
      <dgm:prSet phldrT="[Text]"/>
      <dgm:spPr/>
      <dgm:t>
        <a:bodyPr/>
        <a:lstStyle/>
        <a:p>
          <a:r>
            <a:rPr lang="en-US" dirty="0" smtClean="0"/>
            <a:t>Learning Activities</a:t>
          </a:r>
          <a:endParaRPr lang="en-US" dirty="0"/>
        </a:p>
      </dgm:t>
    </dgm:pt>
    <dgm:pt modelId="{1394531E-FC39-47CF-86D5-B0A54479A18A}" type="parTrans" cxnId="{6597CCA0-0E8F-4133-8B7F-6B2AF8C8C118}">
      <dgm:prSet/>
      <dgm:spPr/>
      <dgm:t>
        <a:bodyPr/>
        <a:lstStyle/>
        <a:p>
          <a:endParaRPr lang="en-US"/>
        </a:p>
      </dgm:t>
    </dgm:pt>
    <dgm:pt modelId="{2B6F5E08-4C20-420B-BB37-65208C5DC867}" type="sibTrans" cxnId="{6597CCA0-0E8F-4133-8B7F-6B2AF8C8C118}">
      <dgm:prSet/>
      <dgm:spPr/>
      <dgm:t>
        <a:bodyPr/>
        <a:lstStyle/>
        <a:p>
          <a:endParaRPr lang="en-US"/>
        </a:p>
      </dgm:t>
    </dgm:pt>
    <dgm:pt modelId="{DA34B761-22D6-4851-8BE1-1D20681F2B98}">
      <dgm:prSet phldrT="[Text]"/>
      <dgm:spPr/>
      <dgm:t>
        <a:bodyPr/>
        <a:lstStyle/>
        <a:p>
          <a:r>
            <a:rPr lang="en-US" dirty="0" smtClean="0"/>
            <a:t>E</a:t>
          </a:r>
          <a:endParaRPr lang="en-US" dirty="0"/>
        </a:p>
      </dgm:t>
    </dgm:pt>
    <dgm:pt modelId="{F8D658C5-3B0E-4E22-900C-C3F0B5B27C29}" type="parTrans" cxnId="{41CB9449-4178-45F7-805A-C6151FFBC842}">
      <dgm:prSet/>
      <dgm:spPr/>
      <dgm:t>
        <a:bodyPr/>
        <a:lstStyle/>
        <a:p>
          <a:endParaRPr lang="en-US"/>
        </a:p>
      </dgm:t>
    </dgm:pt>
    <dgm:pt modelId="{3C469175-EF07-4FDA-89AB-796B59AA89D0}" type="sibTrans" cxnId="{41CB9449-4178-45F7-805A-C6151FFBC842}">
      <dgm:prSet/>
      <dgm:spPr/>
      <dgm:t>
        <a:bodyPr/>
        <a:lstStyle/>
        <a:p>
          <a:endParaRPr lang="en-US"/>
        </a:p>
      </dgm:t>
    </dgm:pt>
    <dgm:pt modelId="{4393E8F2-1CC8-4A18-8E1B-7BD507701CB9}">
      <dgm:prSet phldrT="[Text]"/>
      <dgm:spPr/>
      <dgm:t>
        <a:bodyPr/>
        <a:lstStyle/>
        <a:p>
          <a:r>
            <a:rPr lang="en-US" dirty="0" smtClean="0"/>
            <a:t>Evaluation</a:t>
          </a:r>
          <a:endParaRPr lang="en-US" dirty="0"/>
        </a:p>
      </dgm:t>
    </dgm:pt>
    <dgm:pt modelId="{692108AA-8030-4870-83C7-84B1E3F862BD}" type="parTrans" cxnId="{035F2793-F2CF-4562-8D97-07261790B756}">
      <dgm:prSet/>
      <dgm:spPr/>
      <dgm:t>
        <a:bodyPr/>
        <a:lstStyle/>
        <a:p>
          <a:endParaRPr lang="en-US"/>
        </a:p>
      </dgm:t>
    </dgm:pt>
    <dgm:pt modelId="{6F4643B1-E5B8-4497-A4D8-6F89C48B43C2}" type="sibTrans" cxnId="{035F2793-F2CF-4562-8D97-07261790B756}">
      <dgm:prSet/>
      <dgm:spPr/>
      <dgm:t>
        <a:bodyPr/>
        <a:lstStyle/>
        <a:p>
          <a:endParaRPr lang="en-US"/>
        </a:p>
      </dgm:t>
    </dgm:pt>
    <dgm:pt modelId="{4B50F82B-37BB-4DFB-B56D-E7D54547CD03}">
      <dgm:prSet phldrT="[Text]"/>
      <dgm:spPr/>
      <dgm:t>
        <a:bodyPr/>
        <a:lstStyle/>
        <a:p>
          <a:r>
            <a:rPr lang="en-US" dirty="0" smtClean="0"/>
            <a:t>Assignment</a:t>
          </a:r>
          <a:endParaRPr lang="en-US" dirty="0"/>
        </a:p>
      </dgm:t>
    </dgm:pt>
    <dgm:pt modelId="{F4D0E758-D4C9-4039-AA57-7607B2FA27E8}" type="parTrans" cxnId="{B0869F3F-C99B-426A-9921-8F720F9CA501}">
      <dgm:prSet/>
      <dgm:spPr/>
      <dgm:t>
        <a:bodyPr/>
        <a:lstStyle/>
        <a:p>
          <a:endParaRPr lang="en-US"/>
        </a:p>
      </dgm:t>
    </dgm:pt>
    <dgm:pt modelId="{C66BBD4D-D302-4D03-9264-BE8BDB1E4B86}" type="sibTrans" cxnId="{B0869F3F-C99B-426A-9921-8F720F9CA501}">
      <dgm:prSet/>
      <dgm:spPr/>
      <dgm:t>
        <a:bodyPr/>
        <a:lstStyle/>
        <a:p>
          <a:endParaRPr lang="en-US"/>
        </a:p>
      </dgm:t>
    </dgm:pt>
    <dgm:pt modelId="{33BE8C84-513D-4756-9777-649D91476B8F}">
      <dgm:prSet phldrT="[Text]"/>
      <dgm:spPr/>
      <dgm:t>
        <a:bodyPr/>
        <a:lstStyle/>
        <a:p>
          <a:r>
            <a:rPr lang="en-US" dirty="0" smtClean="0"/>
            <a:t>Objective</a:t>
          </a:r>
          <a:endParaRPr lang="en-US" dirty="0"/>
        </a:p>
      </dgm:t>
    </dgm:pt>
    <dgm:pt modelId="{DF5E169F-0838-4B62-8B69-D35361FF9542}" type="parTrans" cxnId="{007712A0-D5D2-4B2A-BA24-E5281C9DD4C6}">
      <dgm:prSet/>
      <dgm:spPr/>
      <dgm:t>
        <a:bodyPr/>
        <a:lstStyle/>
        <a:p>
          <a:endParaRPr lang="en-US"/>
        </a:p>
      </dgm:t>
    </dgm:pt>
    <dgm:pt modelId="{CBA9A914-D80B-48D5-AD77-94785774D3EB}" type="sibTrans" cxnId="{007712A0-D5D2-4B2A-BA24-E5281C9DD4C6}">
      <dgm:prSet/>
      <dgm:spPr/>
      <dgm:t>
        <a:bodyPr/>
        <a:lstStyle/>
        <a:p>
          <a:endParaRPr lang="en-US"/>
        </a:p>
      </dgm:t>
    </dgm:pt>
    <dgm:pt modelId="{A11FCE27-F89B-4DC5-A74C-DD59AEECBD7F}">
      <dgm:prSet phldrT="[Text]"/>
      <dgm:spPr/>
      <dgm:t>
        <a:bodyPr/>
        <a:lstStyle/>
        <a:p>
          <a:r>
            <a:rPr lang="en-US" dirty="0" smtClean="0"/>
            <a:t>A</a:t>
          </a:r>
          <a:endParaRPr lang="en-US" dirty="0"/>
        </a:p>
      </dgm:t>
    </dgm:pt>
    <dgm:pt modelId="{5A2506E3-D2B6-447A-9FA6-957AC3ACC5C1}" type="parTrans" cxnId="{91086F31-75FA-4403-B767-8F2E501CCC36}">
      <dgm:prSet/>
      <dgm:spPr/>
      <dgm:t>
        <a:bodyPr/>
        <a:lstStyle/>
        <a:p>
          <a:endParaRPr lang="en-US"/>
        </a:p>
      </dgm:t>
    </dgm:pt>
    <dgm:pt modelId="{43410D78-D9BB-44D4-AEE2-49EAD3C68EFF}" type="sibTrans" cxnId="{91086F31-75FA-4403-B767-8F2E501CCC36}">
      <dgm:prSet/>
      <dgm:spPr/>
      <dgm:t>
        <a:bodyPr/>
        <a:lstStyle/>
        <a:p>
          <a:endParaRPr lang="en-US"/>
        </a:p>
      </dgm:t>
    </dgm:pt>
    <dgm:pt modelId="{BB012755-7A09-4440-8851-75A9D021E0BD}" type="pres">
      <dgm:prSet presAssocID="{625535DD-AF2B-46AA-A8C6-FF2F92ED5E37}" presName="Name0" presStyleCnt="0">
        <dgm:presLayoutVars>
          <dgm:dir/>
          <dgm:animLvl val="lvl"/>
          <dgm:resizeHandles val="exact"/>
        </dgm:presLayoutVars>
      </dgm:prSet>
      <dgm:spPr/>
      <dgm:t>
        <a:bodyPr/>
        <a:lstStyle/>
        <a:p>
          <a:endParaRPr lang="en-US"/>
        </a:p>
      </dgm:t>
    </dgm:pt>
    <dgm:pt modelId="{9A513338-BCEB-4B21-9CAB-F7B82CBA524F}" type="pres">
      <dgm:prSet presAssocID="{00C01963-CECD-4502-8952-D3A2C035DC8A}" presName="linNode" presStyleCnt="0"/>
      <dgm:spPr/>
    </dgm:pt>
    <dgm:pt modelId="{63DE78BC-9CAB-4A74-96A9-166A34F94700}" type="pres">
      <dgm:prSet presAssocID="{00C01963-CECD-4502-8952-D3A2C035DC8A}" presName="parentText" presStyleLbl="node1" presStyleIdx="0" presStyleCnt="5">
        <dgm:presLayoutVars>
          <dgm:chMax val="1"/>
          <dgm:bulletEnabled val="1"/>
        </dgm:presLayoutVars>
      </dgm:prSet>
      <dgm:spPr/>
      <dgm:t>
        <a:bodyPr/>
        <a:lstStyle/>
        <a:p>
          <a:endParaRPr lang="en-US"/>
        </a:p>
      </dgm:t>
    </dgm:pt>
    <dgm:pt modelId="{680BD11C-2644-4AC6-87D9-19A8FBEFFDA7}" type="pres">
      <dgm:prSet presAssocID="{00C01963-CECD-4502-8952-D3A2C035DC8A}" presName="descendantText" presStyleLbl="alignAccFollowNode1" presStyleIdx="0" presStyleCnt="5">
        <dgm:presLayoutVars>
          <dgm:bulletEnabled val="1"/>
        </dgm:presLayoutVars>
      </dgm:prSet>
      <dgm:spPr/>
      <dgm:t>
        <a:bodyPr/>
        <a:lstStyle/>
        <a:p>
          <a:endParaRPr lang="en-US"/>
        </a:p>
      </dgm:t>
    </dgm:pt>
    <dgm:pt modelId="{B5DD4CF8-F9B2-4F69-AE70-B601FA8AF5DE}" type="pres">
      <dgm:prSet presAssocID="{3765AF1E-FFCA-4ECD-97FE-41EB7B10B8B5}" presName="sp" presStyleCnt="0"/>
      <dgm:spPr/>
    </dgm:pt>
    <dgm:pt modelId="{EC7D23D4-F572-4906-A806-5E7575F60A05}" type="pres">
      <dgm:prSet presAssocID="{2052AA03-16EC-44B0-9AE3-D7CC9AEA19C9}" presName="linNode" presStyleCnt="0"/>
      <dgm:spPr/>
    </dgm:pt>
    <dgm:pt modelId="{F7D02B81-6393-4B61-A2DF-DDB200FF909A}" type="pres">
      <dgm:prSet presAssocID="{2052AA03-16EC-44B0-9AE3-D7CC9AEA19C9}" presName="parentText" presStyleLbl="node1" presStyleIdx="1" presStyleCnt="5">
        <dgm:presLayoutVars>
          <dgm:chMax val="1"/>
          <dgm:bulletEnabled val="1"/>
        </dgm:presLayoutVars>
      </dgm:prSet>
      <dgm:spPr/>
      <dgm:t>
        <a:bodyPr/>
        <a:lstStyle/>
        <a:p>
          <a:endParaRPr lang="en-US"/>
        </a:p>
      </dgm:t>
    </dgm:pt>
    <dgm:pt modelId="{0C420F54-A77F-4137-8F67-C08ED05E174E}" type="pres">
      <dgm:prSet presAssocID="{2052AA03-16EC-44B0-9AE3-D7CC9AEA19C9}" presName="descendantText" presStyleLbl="alignAccFollowNode1" presStyleIdx="1" presStyleCnt="5">
        <dgm:presLayoutVars>
          <dgm:bulletEnabled val="1"/>
        </dgm:presLayoutVars>
      </dgm:prSet>
      <dgm:spPr/>
      <dgm:t>
        <a:bodyPr/>
        <a:lstStyle/>
        <a:p>
          <a:endParaRPr lang="en-US"/>
        </a:p>
      </dgm:t>
    </dgm:pt>
    <dgm:pt modelId="{43CE574C-90E6-4869-AC05-930154EE9EFD}" type="pres">
      <dgm:prSet presAssocID="{07A7499A-D104-4571-9C8A-162FAE040BCD}" presName="sp" presStyleCnt="0"/>
      <dgm:spPr/>
    </dgm:pt>
    <dgm:pt modelId="{CF5A84D1-9624-4BD8-A5AF-52F8AFEDCB99}" type="pres">
      <dgm:prSet presAssocID="{A4B245F7-805B-4506-A2CF-F0234135B840}" presName="linNode" presStyleCnt="0"/>
      <dgm:spPr/>
    </dgm:pt>
    <dgm:pt modelId="{FB6C3D35-EC3B-41B3-B21F-160E87C49737}" type="pres">
      <dgm:prSet presAssocID="{A4B245F7-805B-4506-A2CF-F0234135B840}" presName="parentText" presStyleLbl="node1" presStyleIdx="2" presStyleCnt="5">
        <dgm:presLayoutVars>
          <dgm:chMax val="1"/>
          <dgm:bulletEnabled val="1"/>
        </dgm:presLayoutVars>
      </dgm:prSet>
      <dgm:spPr/>
      <dgm:t>
        <a:bodyPr/>
        <a:lstStyle/>
        <a:p>
          <a:endParaRPr lang="en-US"/>
        </a:p>
      </dgm:t>
    </dgm:pt>
    <dgm:pt modelId="{46A81172-0949-4391-9F61-10B7D46AD8E2}" type="pres">
      <dgm:prSet presAssocID="{A4B245F7-805B-4506-A2CF-F0234135B840}" presName="descendantText" presStyleLbl="alignAccFollowNode1" presStyleIdx="2" presStyleCnt="5">
        <dgm:presLayoutVars>
          <dgm:bulletEnabled val="1"/>
        </dgm:presLayoutVars>
      </dgm:prSet>
      <dgm:spPr/>
      <dgm:t>
        <a:bodyPr/>
        <a:lstStyle/>
        <a:p>
          <a:endParaRPr lang="en-US"/>
        </a:p>
      </dgm:t>
    </dgm:pt>
    <dgm:pt modelId="{A29B19C6-9BF4-4583-863C-0F3615412ACD}" type="pres">
      <dgm:prSet presAssocID="{A1CDC82B-A1E4-4154-BFBE-8DAA00BC725E}" presName="sp" presStyleCnt="0"/>
      <dgm:spPr/>
    </dgm:pt>
    <dgm:pt modelId="{05D1627B-546D-4B6E-874B-29AFDB205F70}" type="pres">
      <dgm:prSet presAssocID="{DA34B761-22D6-4851-8BE1-1D20681F2B98}" presName="linNode" presStyleCnt="0"/>
      <dgm:spPr/>
    </dgm:pt>
    <dgm:pt modelId="{274E0F1C-4B9C-4486-B99D-1FBA59B9A8D6}" type="pres">
      <dgm:prSet presAssocID="{DA34B761-22D6-4851-8BE1-1D20681F2B98}" presName="parentText" presStyleLbl="node1" presStyleIdx="3" presStyleCnt="5">
        <dgm:presLayoutVars>
          <dgm:chMax val="1"/>
          <dgm:bulletEnabled val="1"/>
        </dgm:presLayoutVars>
      </dgm:prSet>
      <dgm:spPr/>
      <dgm:t>
        <a:bodyPr/>
        <a:lstStyle/>
        <a:p>
          <a:endParaRPr lang="en-US"/>
        </a:p>
      </dgm:t>
    </dgm:pt>
    <dgm:pt modelId="{BFD51329-3AF6-451A-A584-70A8A10BB7F8}" type="pres">
      <dgm:prSet presAssocID="{DA34B761-22D6-4851-8BE1-1D20681F2B98}" presName="descendantText" presStyleLbl="alignAccFollowNode1" presStyleIdx="3" presStyleCnt="5">
        <dgm:presLayoutVars>
          <dgm:bulletEnabled val="1"/>
        </dgm:presLayoutVars>
      </dgm:prSet>
      <dgm:spPr/>
      <dgm:t>
        <a:bodyPr/>
        <a:lstStyle/>
        <a:p>
          <a:endParaRPr lang="en-US"/>
        </a:p>
      </dgm:t>
    </dgm:pt>
    <dgm:pt modelId="{691AB131-FEFA-4308-AF2C-D5B634FA4DC2}" type="pres">
      <dgm:prSet presAssocID="{3C469175-EF07-4FDA-89AB-796B59AA89D0}" presName="sp" presStyleCnt="0"/>
      <dgm:spPr/>
    </dgm:pt>
    <dgm:pt modelId="{60698662-8CB4-4642-97B8-6D80C40EF82C}" type="pres">
      <dgm:prSet presAssocID="{A11FCE27-F89B-4DC5-A74C-DD59AEECBD7F}" presName="linNode" presStyleCnt="0"/>
      <dgm:spPr/>
    </dgm:pt>
    <dgm:pt modelId="{18FE9E14-0E84-4934-881A-5CE4DDE2E5BF}" type="pres">
      <dgm:prSet presAssocID="{A11FCE27-F89B-4DC5-A74C-DD59AEECBD7F}" presName="parentText" presStyleLbl="node1" presStyleIdx="4" presStyleCnt="5">
        <dgm:presLayoutVars>
          <dgm:chMax val="1"/>
          <dgm:bulletEnabled val="1"/>
        </dgm:presLayoutVars>
      </dgm:prSet>
      <dgm:spPr/>
      <dgm:t>
        <a:bodyPr/>
        <a:lstStyle/>
        <a:p>
          <a:endParaRPr lang="en-US"/>
        </a:p>
      </dgm:t>
    </dgm:pt>
    <dgm:pt modelId="{EE180DBA-F51C-4F9D-B0F9-0D4835B84191}" type="pres">
      <dgm:prSet presAssocID="{A11FCE27-F89B-4DC5-A74C-DD59AEECBD7F}" presName="descendantText" presStyleLbl="alignAccFollowNode1" presStyleIdx="4" presStyleCnt="5">
        <dgm:presLayoutVars>
          <dgm:bulletEnabled val="1"/>
        </dgm:presLayoutVars>
      </dgm:prSet>
      <dgm:spPr/>
      <dgm:t>
        <a:bodyPr/>
        <a:lstStyle/>
        <a:p>
          <a:endParaRPr lang="en-US"/>
        </a:p>
      </dgm:t>
    </dgm:pt>
  </dgm:ptLst>
  <dgm:cxnLst>
    <dgm:cxn modelId="{1CBC6E70-5DA8-46A7-BC38-9866F539F24A}" type="presOf" srcId="{4393E8F2-1CC8-4A18-8E1B-7BD507701CB9}" destId="{BFD51329-3AF6-451A-A584-70A8A10BB7F8}" srcOrd="0" destOrd="0" presId="urn:microsoft.com/office/officeart/2005/8/layout/vList5"/>
    <dgm:cxn modelId="{2FF24D7E-7744-40B5-A39F-573EA22FDF04}" type="presOf" srcId="{DA34B761-22D6-4851-8BE1-1D20681F2B98}" destId="{274E0F1C-4B9C-4486-B99D-1FBA59B9A8D6}" srcOrd="0" destOrd="0" presId="urn:microsoft.com/office/officeart/2005/8/layout/vList5"/>
    <dgm:cxn modelId="{46C7F7CE-53F5-4914-924F-1CDBE831078E}" type="presOf" srcId="{625535DD-AF2B-46AA-A8C6-FF2F92ED5E37}" destId="{BB012755-7A09-4440-8851-75A9D021E0BD}" srcOrd="0" destOrd="0" presId="urn:microsoft.com/office/officeart/2005/8/layout/vList5"/>
    <dgm:cxn modelId="{32C703DA-0DA1-4F2C-9BB3-C6CFF163D489}" type="presOf" srcId="{A59BEC02-70E1-4E8E-AF1F-3808ACF49C5D}" destId="{46A81172-0949-4391-9F61-10B7D46AD8E2}" srcOrd="0" destOrd="0" presId="urn:microsoft.com/office/officeart/2005/8/layout/vList5"/>
    <dgm:cxn modelId="{035F2793-F2CF-4562-8D97-07261790B756}" srcId="{DA34B761-22D6-4851-8BE1-1D20681F2B98}" destId="{4393E8F2-1CC8-4A18-8E1B-7BD507701CB9}" srcOrd="0" destOrd="0" parTransId="{692108AA-8030-4870-83C7-84B1E3F862BD}" sibTransId="{6F4643B1-E5B8-4497-A4D8-6F89C48B43C2}"/>
    <dgm:cxn modelId="{007712A0-D5D2-4B2A-BA24-E5281C9DD4C6}" srcId="{00C01963-CECD-4502-8952-D3A2C035DC8A}" destId="{33BE8C84-513D-4756-9777-649D91476B8F}" srcOrd="0" destOrd="0" parTransId="{DF5E169F-0838-4B62-8B69-D35361FF9542}" sibTransId="{CBA9A914-D80B-48D5-AD77-94785774D3EB}"/>
    <dgm:cxn modelId="{EEBDFC53-7818-4F6E-8D7E-011256212885}" type="presOf" srcId="{52BA21E0-23CC-419B-A072-13090180BDD8}" destId="{0C420F54-A77F-4137-8F67-C08ED05E174E}" srcOrd="0" destOrd="0" presId="urn:microsoft.com/office/officeart/2005/8/layout/vList5"/>
    <dgm:cxn modelId="{41CB9449-4178-45F7-805A-C6151FFBC842}" srcId="{625535DD-AF2B-46AA-A8C6-FF2F92ED5E37}" destId="{DA34B761-22D6-4851-8BE1-1D20681F2B98}" srcOrd="3" destOrd="0" parTransId="{F8D658C5-3B0E-4E22-900C-C3F0B5B27C29}" sibTransId="{3C469175-EF07-4FDA-89AB-796B59AA89D0}"/>
    <dgm:cxn modelId="{D84180BF-FA52-4ABB-9338-35B16EFAFD6D}" type="presOf" srcId="{A11FCE27-F89B-4DC5-A74C-DD59AEECBD7F}" destId="{18FE9E14-0E84-4934-881A-5CE4DDE2E5BF}" srcOrd="0" destOrd="0" presId="urn:microsoft.com/office/officeart/2005/8/layout/vList5"/>
    <dgm:cxn modelId="{BB5729A7-711F-4BA0-856F-4D96A0B048BB}" type="presOf" srcId="{33BE8C84-513D-4756-9777-649D91476B8F}" destId="{680BD11C-2644-4AC6-87D9-19A8FBEFFDA7}" srcOrd="0" destOrd="0" presId="urn:microsoft.com/office/officeart/2005/8/layout/vList5"/>
    <dgm:cxn modelId="{B0869F3F-C99B-426A-9921-8F720F9CA501}" srcId="{A11FCE27-F89B-4DC5-A74C-DD59AEECBD7F}" destId="{4B50F82B-37BB-4DFB-B56D-E7D54547CD03}" srcOrd="0" destOrd="0" parTransId="{F4D0E758-D4C9-4039-AA57-7607B2FA27E8}" sibTransId="{C66BBD4D-D302-4D03-9264-BE8BDB1E4B86}"/>
    <dgm:cxn modelId="{6597CCA0-0E8F-4133-8B7F-6B2AF8C8C118}" srcId="{A4B245F7-805B-4506-A2CF-F0234135B840}" destId="{A59BEC02-70E1-4E8E-AF1F-3808ACF49C5D}" srcOrd="0" destOrd="0" parTransId="{1394531E-FC39-47CF-86D5-B0A54479A18A}" sibTransId="{2B6F5E08-4C20-420B-BB37-65208C5DC867}"/>
    <dgm:cxn modelId="{91086F31-75FA-4403-B767-8F2E501CCC36}" srcId="{625535DD-AF2B-46AA-A8C6-FF2F92ED5E37}" destId="{A11FCE27-F89B-4DC5-A74C-DD59AEECBD7F}" srcOrd="4" destOrd="0" parTransId="{5A2506E3-D2B6-447A-9FA6-957AC3ACC5C1}" sibTransId="{43410D78-D9BB-44D4-AEE2-49EAD3C68EFF}"/>
    <dgm:cxn modelId="{6D41BE83-4648-4017-8735-2A394B4A9E0B}" type="presOf" srcId="{A4B245F7-805B-4506-A2CF-F0234135B840}" destId="{FB6C3D35-EC3B-41B3-B21F-160E87C49737}" srcOrd="0" destOrd="0" presId="urn:microsoft.com/office/officeart/2005/8/layout/vList5"/>
    <dgm:cxn modelId="{868AB6E3-7B45-46C4-B6C1-F0E5AAF28954}" srcId="{625535DD-AF2B-46AA-A8C6-FF2F92ED5E37}" destId="{2052AA03-16EC-44B0-9AE3-D7CC9AEA19C9}" srcOrd="1" destOrd="0" parTransId="{3AD49C86-FB32-49C1-8F8D-697A2C1F995F}" sibTransId="{07A7499A-D104-4571-9C8A-162FAE040BCD}"/>
    <dgm:cxn modelId="{A81018E9-8072-4882-8A6C-21CAF5AF3877}" srcId="{2052AA03-16EC-44B0-9AE3-D7CC9AEA19C9}" destId="{52BA21E0-23CC-419B-A072-13090180BDD8}" srcOrd="0" destOrd="0" parTransId="{19928924-0007-4CBD-B0AE-7CAC26017BA5}" sibTransId="{5619603A-3228-4D92-8024-10DC85ABD9C1}"/>
    <dgm:cxn modelId="{85C16083-5CE7-49B7-B689-291CAE4A4C5C}" type="presOf" srcId="{00C01963-CECD-4502-8952-D3A2C035DC8A}" destId="{63DE78BC-9CAB-4A74-96A9-166A34F94700}" srcOrd="0" destOrd="0" presId="urn:microsoft.com/office/officeart/2005/8/layout/vList5"/>
    <dgm:cxn modelId="{AB72B45B-96B1-4FA9-9E0E-C3614A203BB1}" srcId="{625535DD-AF2B-46AA-A8C6-FF2F92ED5E37}" destId="{A4B245F7-805B-4506-A2CF-F0234135B840}" srcOrd="2" destOrd="0" parTransId="{E5B31B88-EAE0-449F-BA19-75070F5389C6}" sibTransId="{A1CDC82B-A1E4-4154-BFBE-8DAA00BC725E}"/>
    <dgm:cxn modelId="{508B8592-A31C-43BE-8B04-323A4409655B}" type="presOf" srcId="{2052AA03-16EC-44B0-9AE3-D7CC9AEA19C9}" destId="{F7D02B81-6393-4B61-A2DF-DDB200FF909A}" srcOrd="0" destOrd="0" presId="urn:microsoft.com/office/officeart/2005/8/layout/vList5"/>
    <dgm:cxn modelId="{D78E1FFA-6E78-471F-A611-31EFEA11E216}" srcId="{625535DD-AF2B-46AA-A8C6-FF2F92ED5E37}" destId="{00C01963-CECD-4502-8952-D3A2C035DC8A}" srcOrd="0" destOrd="0" parTransId="{482F5546-11C0-436F-888A-121874925CCC}" sibTransId="{3765AF1E-FFCA-4ECD-97FE-41EB7B10B8B5}"/>
    <dgm:cxn modelId="{43E709D7-66B4-4BF5-8E51-8BA9E8C01003}" type="presOf" srcId="{4B50F82B-37BB-4DFB-B56D-E7D54547CD03}" destId="{EE180DBA-F51C-4F9D-B0F9-0D4835B84191}" srcOrd="0" destOrd="0" presId="urn:microsoft.com/office/officeart/2005/8/layout/vList5"/>
    <dgm:cxn modelId="{AD4A0AFA-A005-44DD-A900-F0BB1BD5811C}" type="presParOf" srcId="{BB012755-7A09-4440-8851-75A9D021E0BD}" destId="{9A513338-BCEB-4B21-9CAB-F7B82CBA524F}" srcOrd="0" destOrd="0" presId="urn:microsoft.com/office/officeart/2005/8/layout/vList5"/>
    <dgm:cxn modelId="{5FB23A84-4D15-42AB-8F95-17B4BD59F584}" type="presParOf" srcId="{9A513338-BCEB-4B21-9CAB-F7B82CBA524F}" destId="{63DE78BC-9CAB-4A74-96A9-166A34F94700}" srcOrd="0" destOrd="0" presId="urn:microsoft.com/office/officeart/2005/8/layout/vList5"/>
    <dgm:cxn modelId="{E576F87B-5CC6-42DF-B9FB-52DBA2300895}" type="presParOf" srcId="{9A513338-BCEB-4B21-9CAB-F7B82CBA524F}" destId="{680BD11C-2644-4AC6-87D9-19A8FBEFFDA7}" srcOrd="1" destOrd="0" presId="urn:microsoft.com/office/officeart/2005/8/layout/vList5"/>
    <dgm:cxn modelId="{B50193E6-7A1E-4057-AA83-B503469C2805}" type="presParOf" srcId="{BB012755-7A09-4440-8851-75A9D021E0BD}" destId="{B5DD4CF8-F9B2-4F69-AE70-B601FA8AF5DE}" srcOrd="1" destOrd="0" presId="urn:microsoft.com/office/officeart/2005/8/layout/vList5"/>
    <dgm:cxn modelId="{C75FC53F-546F-473C-93E4-99DBAD90C796}" type="presParOf" srcId="{BB012755-7A09-4440-8851-75A9D021E0BD}" destId="{EC7D23D4-F572-4906-A806-5E7575F60A05}" srcOrd="2" destOrd="0" presId="urn:microsoft.com/office/officeart/2005/8/layout/vList5"/>
    <dgm:cxn modelId="{212945E0-17C8-4149-80A8-75F60EA56EC7}" type="presParOf" srcId="{EC7D23D4-F572-4906-A806-5E7575F60A05}" destId="{F7D02B81-6393-4B61-A2DF-DDB200FF909A}" srcOrd="0" destOrd="0" presId="urn:microsoft.com/office/officeart/2005/8/layout/vList5"/>
    <dgm:cxn modelId="{2473F36D-FA21-4A05-937D-AC119A218D4B}" type="presParOf" srcId="{EC7D23D4-F572-4906-A806-5E7575F60A05}" destId="{0C420F54-A77F-4137-8F67-C08ED05E174E}" srcOrd="1" destOrd="0" presId="urn:microsoft.com/office/officeart/2005/8/layout/vList5"/>
    <dgm:cxn modelId="{251BF611-BF0A-43DA-BC8D-92D95769D565}" type="presParOf" srcId="{BB012755-7A09-4440-8851-75A9D021E0BD}" destId="{43CE574C-90E6-4869-AC05-930154EE9EFD}" srcOrd="3" destOrd="0" presId="urn:microsoft.com/office/officeart/2005/8/layout/vList5"/>
    <dgm:cxn modelId="{83456492-45BE-45A2-B67D-B57E224CC469}" type="presParOf" srcId="{BB012755-7A09-4440-8851-75A9D021E0BD}" destId="{CF5A84D1-9624-4BD8-A5AF-52F8AFEDCB99}" srcOrd="4" destOrd="0" presId="urn:microsoft.com/office/officeart/2005/8/layout/vList5"/>
    <dgm:cxn modelId="{50D745D8-FE67-488A-A8D3-FEFFC2126B45}" type="presParOf" srcId="{CF5A84D1-9624-4BD8-A5AF-52F8AFEDCB99}" destId="{FB6C3D35-EC3B-41B3-B21F-160E87C49737}" srcOrd="0" destOrd="0" presId="urn:microsoft.com/office/officeart/2005/8/layout/vList5"/>
    <dgm:cxn modelId="{E22B19E5-70AB-4FE4-9CAF-D9DAA4531054}" type="presParOf" srcId="{CF5A84D1-9624-4BD8-A5AF-52F8AFEDCB99}" destId="{46A81172-0949-4391-9F61-10B7D46AD8E2}" srcOrd="1" destOrd="0" presId="urn:microsoft.com/office/officeart/2005/8/layout/vList5"/>
    <dgm:cxn modelId="{0B8237DC-D10C-4284-A662-2458D1125380}" type="presParOf" srcId="{BB012755-7A09-4440-8851-75A9D021E0BD}" destId="{A29B19C6-9BF4-4583-863C-0F3615412ACD}" srcOrd="5" destOrd="0" presId="urn:microsoft.com/office/officeart/2005/8/layout/vList5"/>
    <dgm:cxn modelId="{FB40D201-4134-430C-AF33-A95E45634E03}" type="presParOf" srcId="{BB012755-7A09-4440-8851-75A9D021E0BD}" destId="{05D1627B-546D-4B6E-874B-29AFDB205F70}" srcOrd="6" destOrd="0" presId="urn:microsoft.com/office/officeart/2005/8/layout/vList5"/>
    <dgm:cxn modelId="{5F6E9A62-C7EC-43FC-B053-22C87BF853CE}" type="presParOf" srcId="{05D1627B-546D-4B6E-874B-29AFDB205F70}" destId="{274E0F1C-4B9C-4486-B99D-1FBA59B9A8D6}" srcOrd="0" destOrd="0" presId="urn:microsoft.com/office/officeart/2005/8/layout/vList5"/>
    <dgm:cxn modelId="{5CEC4AA9-47F3-4533-979F-A436F6CFA219}" type="presParOf" srcId="{05D1627B-546D-4B6E-874B-29AFDB205F70}" destId="{BFD51329-3AF6-451A-A584-70A8A10BB7F8}" srcOrd="1" destOrd="0" presId="urn:microsoft.com/office/officeart/2005/8/layout/vList5"/>
    <dgm:cxn modelId="{212864A6-935A-46F1-B6EE-AED2405E8490}" type="presParOf" srcId="{BB012755-7A09-4440-8851-75A9D021E0BD}" destId="{691AB131-FEFA-4308-AF2C-D5B634FA4DC2}" srcOrd="7" destOrd="0" presId="urn:microsoft.com/office/officeart/2005/8/layout/vList5"/>
    <dgm:cxn modelId="{7ACF9430-BDEB-4682-8292-AA377704B1F1}" type="presParOf" srcId="{BB012755-7A09-4440-8851-75A9D021E0BD}" destId="{60698662-8CB4-4642-97B8-6D80C40EF82C}" srcOrd="8" destOrd="0" presId="urn:microsoft.com/office/officeart/2005/8/layout/vList5"/>
    <dgm:cxn modelId="{69DDC545-F3C5-41AD-B45F-D4A8360462EA}" type="presParOf" srcId="{60698662-8CB4-4642-97B8-6D80C40EF82C}" destId="{18FE9E14-0E84-4934-881A-5CE4DDE2E5BF}" srcOrd="0" destOrd="0" presId="urn:microsoft.com/office/officeart/2005/8/layout/vList5"/>
    <dgm:cxn modelId="{6EA6EC4B-486A-4791-8F5A-8A7ADD449413}" type="presParOf" srcId="{60698662-8CB4-4642-97B8-6D80C40EF82C}" destId="{EE180DBA-F51C-4F9D-B0F9-0D4835B8419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EC1E94-1AE3-43A0-B8A2-07FEEF10092A}" type="doc">
      <dgm:prSet loTypeId="urn:microsoft.com/office/officeart/2005/8/layout/arrow6" loCatId="relationship" qsTypeId="urn:microsoft.com/office/officeart/2005/8/quickstyle/simple1" qsCatId="simple" csTypeId="urn:microsoft.com/office/officeart/2005/8/colors/accent0_3" csCatId="mainScheme" phldr="1"/>
      <dgm:spPr/>
      <dgm:t>
        <a:bodyPr/>
        <a:lstStyle/>
        <a:p>
          <a:endParaRPr lang="en-US"/>
        </a:p>
      </dgm:t>
    </dgm:pt>
    <dgm:pt modelId="{E1507201-14AA-49EE-9AFF-860E10CA1169}">
      <dgm:prSet phldrT="[Text]" custT="1"/>
      <dgm:spPr/>
      <dgm:t>
        <a:bodyPr/>
        <a:lstStyle/>
        <a:p>
          <a:r>
            <a:rPr lang="en-US" sz="4000" b="0" i="0" dirty="0" smtClean="0">
              <a:latin typeface="Berlin Sans FB Demi" panose="020E0802020502020306" pitchFamily="34" charset="0"/>
            </a:rPr>
            <a:t>Consists of a single scale with all criteria.</a:t>
          </a:r>
          <a:endParaRPr lang="en-US" sz="4000" dirty="0">
            <a:latin typeface="Berlin Sans FB Demi" panose="020E0802020502020306" pitchFamily="34" charset="0"/>
          </a:endParaRPr>
        </a:p>
      </dgm:t>
    </dgm:pt>
    <dgm:pt modelId="{8CE496C8-B5A3-4EFA-A222-C94A8961AC37}" type="parTrans" cxnId="{51D5D55E-4169-4A45-91AC-E26225D006DA}">
      <dgm:prSet/>
      <dgm:spPr/>
      <dgm:t>
        <a:bodyPr/>
        <a:lstStyle/>
        <a:p>
          <a:endParaRPr lang="en-US"/>
        </a:p>
      </dgm:t>
    </dgm:pt>
    <dgm:pt modelId="{4CD089F2-ACB4-422F-BE7C-3F706E96E224}" type="sibTrans" cxnId="{51D5D55E-4169-4A45-91AC-E26225D006DA}">
      <dgm:prSet/>
      <dgm:spPr/>
      <dgm:t>
        <a:bodyPr/>
        <a:lstStyle/>
        <a:p>
          <a:endParaRPr lang="en-US"/>
        </a:p>
      </dgm:t>
    </dgm:pt>
    <dgm:pt modelId="{32E6B90B-2D57-4A77-8829-C2BFB1015BB1}">
      <dgm:prSet phldrT="[Text]"/>
      <dgm:spPr/>
      <dgm:t>
        <a:bodyPr/>
        <a:lstStyle/>
        <a:p>
          <a:r>
            <a:rPr lang="en-US" b="0" i="0" dirty="0" smtClean="0">
              <a:latin typeface="Berlin Sans FB Demi" panose="020E0802020502020306" pitchFamily="34" charset="0"/>
            </a:rPr>
            <a:t>A rating score for each criterion.</a:t>
          </a:r>
          <a:endParaRPr lang="en-US" dirty="0">
            <a:latin typeface="Berlin Sans FB Demi" panose="020E0802020502020306" pitchFamily="34" charset="0"/>
          </a:endParaRPr>
        </a:p>
      </dgm:t>
    </dgm:pt>
    <dgm:pt modelId="{BD02211A-ED65-491A-B7E8-22253E881834}" type="parTrans" cxnId="{6990C065-C884-4C7A-A7E2-14DCB7612E0D}">
      <dgm:prSet/>
      <dgm:spPr/>
      <dgm:t>
        <a:bodyPr/>
        <a:lstStyle/>
        <a:p>
          <a:endParaRPr lang="en-US"/>
        </a:p>
      </dgm:t>
    </dgm:pt>
    <dgm:pt modelId="{16DA250A-72FB-416D-ADE2-B659CA17275B}" type="sibTrans" cxnId="{6990C065-C884-4C7A-A7E2-14DCB7612E0D}">
      <dgm:prSet/>
      <dgm:spPr/>
      <dgm:t>
        <a:bodyPr/>
        <a:lstStyle/>
        <a:p>
          <a:endParaRPr lang="en-US"/>
        </a:p>
      </dgm:t>
    </dgm:pt>
    <dgm:pt modelId="{7CD04474-CB7A-45F3-8494-9A6928659F88}" type="pres">
      <dgm:prSet presAssocID="{86EC1E94-1AE3-43A0-B8A2-07FEEF10092A}" presName="compositeShape" presStyleCnt="0">
        <dgm:presLayoutVars>
          <dgm:chMax val="2"/>
          <dgm:dir/>
          <dgm:resizeHandles val="exact"/>
        </dgm:presLayoutVars>
      </dgm:prSet>
      <dgm:spPr/>
      <dgm:t>
        <a:bodyPr/>
        <a:lstStyle/>
        <a:p>
          <a:endParaRPr lang="en-US"/>
        </a:p>
      </dgm:t>
    </dgm:pt>
    <dgm:pt modelId="{6930AB52-C0BE-4090-A29A-186CC305BCA0}" type="pres">
      <dgm:prSet presAssocID="{86EC1E94-1AE3-43A0-B8A2-07FEEF10092A}" presName="ribbon" presStyleLbl="node1" presStyleIdx="0" presStyleCnt="1"/>
      <dgm:spPr/>
    </dgm:pt>
    <dgm:pt modelId="{0D5111D9-4F3E-4505-8D99-D5C4347D20DA}" type="pres">
      <dgm:prSet presAssocID="{86EC1E94-1AE3-43A0-B8A2-07FEEF10092A}" presName="leftArrowText" presStyleLbl="node1" presStyleIdx="0" presStyleCnt="1" custScaleX="129778" custLinFactNeighborX="-10459" custLinFactNeighborY="-1169">
        <dgm:presLayoutVars>
          <dgm:chMax val="0"/>
          <dgm:bulletEnabled val="1"/>
        </dgm:presLayoutVars>
      </dgm:prSet>
      <dgm:spPr/>
      <dgm:t>
        <a:bodyPr/>
        <a:lstStyle/>
        <a:p>
          <a:endParaRPr lang="en-US"/>
        </a:p>
      </dgm:t>
    </dgm:pt>
    <dgm:pt modelId="{76B5AE17-EA52-4556-A4EE-6B754CA305C2}" type="pres">
      <dgm:prSet presAssocID="{86EC1E94-1AE3-43A0-B8A2-07FEEF10092A}" presName="rightArrowText" presStyleLbl="node1" presStyleIdx="0" presStyleCnt="1">
        <dgm:presLayoutVars>
          <dgm:chMax val="0"/>
          <dgm:bulletEnabled val="1"/>
        </dgm:presLayoutVars>
      </dgm:prSet>
      <dgm:spPr/>
      <dgm:t>
        <a:bodyPr/>
        <a:lstStyle/>
        <a:p>
          <a:endParaRPr lang="en-US"/>
        </a:p>
      </dgm:t>
    </dgm:pt>
  </dgm:ptLst>
  <dgm:cxnLst>
    <dgm:cxn modelId="{789B1D3F-4150-40B5-9D6D-5D22386CD0B4}" type="presOf" srcId="{32E6B90B-2D57-4A77-8829-C2BFB1015BB1}" destId="{76B5AE17-EA52-4556-A4EE-6B754CA305C2}" srcOrd="0" destOrd="0" presId="urn:microsoft.com/office/officeart/2005/8/layout/arrow6"/>
    <dgm:cxn modelId="{5EEB50C3-7F04-46BA-8575-09A830D25C88}" type="presOf" srcId="{E1507201-14AA-49EE-9AFF-860E10CA1169}" destId="{0D5111D9-4F3E-4505-8D99-D5C4347D20DA}" srcOrd="0" destOrd="0" presId="urn:microsoft.com/office/officeart/2005/8/layout/arrow6"/>
    <dgm:cxn modelId="{6990C065-C884-4C7A-A7E2-14DCB7612E0D}" srcId="{86EC1E94-1AE3-43A0-B8A2-07FEEF10092A}" destId="{32E6B90B-2D57-4A77-8829-C2BFB1015BB1}" srcOrd="1" destOrd="0" parTransId="{BD02211A-ED65-491A-B7E8-22253E881834}" sibTransId="{16DA250A-72FB-416D-ADE2-B659CA17275B}"/>
    <dgm:cxn modelId="{914823EF-E90F-4309-86BA-2EF22A3884D8}" type="presOf" srcId="{86EC1E94-1AE3-43A0-B8A2-07FEEF10092A}" destId="{7CD04474-CB7A-45F3-8494-9A6928659F88}" srcOrd="0" destOrd="0" presId="urn:microsoft.com/office/officeart/2005/8/layout/arrow6"/>
    <dgm:cxn modelId="{51D5D55E-4169-4A45-91AC-E26225D006DA}" srcId="{86EC1E94-1AE3-43A0-B8A2-07FEEF10092A}" destId="{E1507201-14AA-49EE-9AFF-860E10CA1169}" srcOrd="0" destOrd="0" parTransId="{8CE496C8-B5A3-4EFA-A222-C94A8961AC37}" sibTransId="{4CD089F2-ACB4-422F-BE7C-3F706E96E224}"/>
    <dgm:cxn modelId="{22113B3E-312E-4F19-95A4-53FACDF8D654}" type="presParOf" srcId="{7CD04474-CB7A-45F3-8494-9A6928659F88}" destId="{6930AB52-C0BE-4090-A29A-186CC305BCA0}" srcOrd="0" destOrd="0" presId="urn:microsoft.com/office/officeart/2005/8/layout/arrow6"/>
    <dgm:cxn modelId="{0D335C2C-7C06-4954-A787-C031E360348D}" type="presParOf" srcId="{7CD04474-CB7A-45F3-8494-9A6928659F88}" destId="{0D5111D9-4F3E-4505-8D99-D5C4347D20DA}" srcOrd="1" destOrd="0" presId="urn:microsoft.com/office/officeart/2005/8/layout/arrow6"/>
    <dgm:cxn modelId="{3FF951D8-AF3C-4CC3-83DB-A1F9DDB855D8}" type="presParOf" srcId="{7CD04474-CB7A-45F3-8494-9A6928659F88}" destId="{76B5AE17-EA52-4556-A4EE-6B754CA305C2}"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5681A8-D0BA-4846-835E-058F75F5CC70}" type="doc">
      <dgm:prSet loTypeId="urn:microsoft.com/office/officeart/2005/8/layout/process4" loCatId="list" qsTypeId="urn:microsoft.com/office/officeart/2005/8/quickstyle/simple1" qsCatId="simple" csTypeId="urn:microsoft.com/office/officeart/2005/8/colors/colorful1" csCatId="colorful" phldr="1"/>
      <dgm:spPr/>
      <dgm:t>
        <a:bodyPr/>
        <a:lstStyle/>
        <a:p>
          <a:endParaRPr lang="en-US"/>
        </a:p>
      </dgm:t>
    </dgm:pt>
    <dgm:pt modelId="{5A1AC10B-62A0-4836-A659-D08EC57ECFD5}">
      <dgm:prSet phldrT="[Text]" custT="1"/>
      <dgm:spPr/>
      <dgm:t>
        <a:bodyPr/>
        <a:lstStyle/>
        <a:p>
          <a:r>
            <a:rPr lang="en-US" sz="3600" dirty="0" smtClean="0"/>
            <a:t>Attention-seeking</a:t>
          </a:r>
          <a:endParaRPr lang="en-US" sz="3600" dirty="0"/>
        </a:p>
      </dgm:t>
    </dgm:pt>
    <dgm:pt modelId="{5C05DB9C-665A-4A6E-9DD8-AF81A3F2925D}" type="parTrans" cxnId="{B7254898-7F0C-446E-AA06-F5A7CC61219A}">
      <dgm:prSet/>
      <dgm:spPr/>
      <dgm:t>
        <a:bodyPr/>
        <a:lstStyle/>
        <a:p>
          <a:endParaRPr lang="en-US"/>
        </a:p>
      </dgm:t>
    </dgm:pt>
    <dgm:pt modelId="{00C1BA79-30BC-4A46-AB42-E857E1453F6A}" type="sibTrans" cxnId="{B7254898-7F0C-446E-AA06-F5A7CC61219A}">
      <dgm:prSet/>
      <dgm:spPr/>
      <dgm:t>
        <a:bodyPr/>
        <a:lstStyle/>
        <a:p>
          <a:endParaRPr lang="en-US"/>
        </a:p>
      </dgm:t>
    </dgm:pt>
    <dgm:pt modelId="{2A283943-7704-45A1-9B17-A0D20212C0EC}">
      <dgm:prSet phldrT="[Text]" custT="1"/>
      <dgm:spPr/>
      <dgm:t>
        <a:bodyPr/>
        <a:lstStyle/>
        <a:p>
          <a:r>
            <a:rPr lang="en-US" sz="3600" dirty="0" smtClean="0"/>
            <a:t>Keeps others busy; </a:t>
          </a:r>
          <a:endParaRPr lang="en-US" sz="3600" dirty="0"/>
        </a:p>
      </dgm:t>
    </dgm:pt>
    <dgm:pt modelId="{26A7998A-AAA8-4F57-84B1-64DC76A46AFF}" type="parTrans" cxnId="{DE77E320-4EBE-42CD-89DE-60B04B785441}">
      <dgm:prSet/>
      <dgm:spPr/>
      <dgm:t>
        <a:bodyPr/>
        <a:lstStyle/>
        <a:p>
          <a:endParaRPr lang="en-US"/>
        </a:p>
      </dgm:t>
    </dgm:pt>
    <dgm:pt modelId="{14E5E1E8-7635-455B-985F-6729A4768E32}" type="sibTrans" cxnId="{DE77E320-4EBE-42CD-89DE-60B04B785441}">
      <dgm:prSet/>
      <dgm:spPr/>
      <dgm:t>
        <a:bodyPr/>
        <a:lstStyle/>
        <a:p>
          <a:endParaRPr lang="en-US"/>
        </a:p>
      </dgm:t>
    </dgm:pt>
    <dgm:pt modelId="{F3B4F01A-7407-43FC-9C9C-A4E800B42375}">
      <dgm:prSet phldrT="[Text]" custT="1"/>
      <dgm:spPr/>
      <dgm:t>
        <a:bodyPr/>
        <a:lstStyle/>
        <a:p>
          <a:r>
            <a:rPr lang="en-US" sz="3600" dirty="0" smtClean="0"/>
            <a:t>Power-seeking</a:t>
          </a:r>
          <a:endParaRPr lang="en-US" sz="3600" dirty="0"/>
        </a:p>
      </dgm:t>
    </dgm:pt>
    <dgm:pt modelId="{BAB9270E-F483-47C5-8E4D-5AEA9394A8C4}" type="parTrans" cxnId="{18CC73CA-795F-44ED-AD5C-360E0768D84C}">
      <dgm:prSet/>
      <dgm:spPr/>
      <dgm:t>
        <a:bodyPr/>
        <a:lstStyle/>
        <a:p>
          <a:endParaRPr lang="en-US"/>
        </a:p>
      </dgm:t>
    </dgm:pt>
    <dgm:pt modelId="{9CEF94DC-1C04-4CFD-916B-DAB8DAAE9E5D}" type="sibTrans" cxnId="{18CC73CA-795F-44ED-AD5C-360E0768D84C}">
      <dgm:prSet/>
      <dgm:spPr/>
      <dgm:t>
        <a:bodyPr/>
        <a:lstStyle/>
        <a:p>
          <a:endParaRPr lang="en-US"/>
        </a:p>
      </dgm:t>
    </dgm:pt>
    <dgm:pt modelId="{B443659C-D52F-44F5-84CF-A09E4A38F6A9}">
      <dgm:prSet phldrT="[Text]" custT="1"/>
      <dgm:spPr/>
      <dgm:t>
        <a:bodyPr/>
        <a:lstStyle/>
        <a:p>
          <a:r>
            <a:rPr lang="en-US" sz="3600" dirty="0" smtClean="0"/>
            <a:t>Bossy</a:t>
          </a:r>
          <a:endParaRPr lang="en-US" sz="3600" dirty="0"/>
        </a:p>
      </dgm:t>
    </dgm:pt>
    <dgm:pt modelId="{47B44558-F05C-4E39-B5DE-D43B38E9948F}" type="parTrans" cxnId="{24EEB57E-F6B7-4179-86C4-9ADEC8294325}">
      <dgm:prSet/>
      <dgm:spPr/>
      <dgm:t>
        <a:bodyPr/>
        <a:lstStyle/>
        <a:p>
          <a:endParaRPr lang="en-US"/>
        </a:p>
      </dgm:t>
    </dgm:pt>
    <dgm:pt modelId="{71FF8545-20D3-446E-8225-453B96F74CFE}" type="sibTrans" cxnId="{24EEB57E-F6B7-4179-86C4-9ADEC8294325}">
      <dgm:prSet/>
      <dgm:spPr/>
      <dgm:t>
        <a:bodyPr/>
        <a:lstStyle/>
        <a:p>
          <a:endParaRPr lang="en-US"/>
        </a:p>
      </dgm:t>
    </dgm:pt>
    <dgm:pt modelId="{7878E46F-F288-4BD6-A57A-5AA5A31FF9DB}">
      <dgm:prSet phldrT="[Text]" custT="1"/>
      <dgm:spPr/>
      <dgm:t>
        <a:bodyPr/>
        <a:lstStyle/>
        <a:p>
          <a:r>
            <a:rPr lang="en-US" sz="3600" dirty="0" smtClean="0"/>
            <a:t>“I want to help.”</a:t>
          </a:r>
          <a:endParaRPr lang="en-US" sz="3600" dirty="0"/>
        </a:p>
      </dgm:t>
    </dgm:pt>
    <dgm:pt modelId="{6B933894-CD08-46AF-8FF7-A38F12D434E5}" type="parTrans" cxnId="{4CAFCD3A-88FB-4F30-B6A5-34C8F00F89E1}">
      <dgm:prSet/>
      <dgm:spPr/>
      <dgm:t>
        <a:bodyPr/>
        <a:lstStyle/>
        <a:p>
          <a:endParaRPr lang="en-US"/>
        </a:p>
      </dgm:t>
    </dgm:pt>
    <dgm:pt modelId="{C635A296-EECE-411E-B374-96BBAD3E418D}" type="sibTrans" cxnId="{4CAFCD3A-88FB-4F30-B6A5-34C8F00F89E1}">
      <dgm:prSet/>
      <dgm:spPr/>
      <dgm:t>
        <a:bodyPr/>
        <a:lstStyle/>
        <a:p>
          <a:endParaRPr lang="en-US"/>
        </a:p>
      </dgm:t>
    </dgm:pt>
    <dgm:pt modelId="{831794A3-F71A-4C22-A20C-D08644B0FC4D}">
      <dgm:prSet phldrT="[Text]" custT="1"/>
      <dgm:spPr/>
      <dgm:t>
        <a:bodyPr/>
        <a:lstStyle/>
        <a:p>
          <a:r>
            <a:rPr lang="en-US" sz="3600" dirty="0" smtClean="0"/>
            <a:t>Revenge-seeking</a:t>
          </a:r>
          <a:endParaRPr lang="en-US" sz="3600" dirty="0"/>
        </a:p>
      </dgm:t>
    </dgm:pt>
    <dgm:pt modelId="{C37AB2D9-245D-41EE-B6FA-35CA2A130851}" type="parTrans" cxnId="{800B7842-910E-424F-A185-C34B6750F3BB}">
      <dgm:prSet/>
      <dgm:spPr/>
      <dgm:t>
        <a:bodyPr/>
        <a:lstStyle/>
        <a:p>
          <a:endParaRPr lang="en-US"/>
        </a:p>
      </dgm:t>
    </dgm:pt>
    <dgm:pt modelId="{E26BC961-051E-4C81-9F46-9D3E354925C6}" type="sibTrans" cxnId="{800B7842-910E-424F-A185-C34B6750F3BB}">
      <dgm:prSet/>
      <dgm:spPr/>
      <dgm:t>
        <a:bodyPr/>
        <a:lstStyle/>
        <a:p>
          <a:endParaRPr lang="en-US"/>
        </a:p>
      </dgm:t>
    </dgm:pt>
    <dgm:pt modelId="{329E1BD5-4244-400E-9D6B-AB23C0519097}">
      <dgm:prSet phldrT="[Text]" custT="1"/>
      <dgm:spPr/>
      <dgm:t>
        <a:bodyPr/>
        <a:lstStyle/>
        <a:p>
          <a:r>
            <a:rPr lang="en-US" sz="3600" dirty="0" smtClean="0"/>
            <a:t>Want to get even</a:t>
          </a:r>
          <a:endParaRPr lang="en-US" sz="3600" dirty="0"/>
        </a:p>
      </dgm:t>
    </dgm:pt>
    <dgm:pt modelId="{08010531-383D-4570-9DC6-5A1EC79E0EEE}" type="parTrans" cxnId="{4CB839EB-3B9A-4877-87EB-89E0570A1719}">
      <dgm:prSet/>
      <dgm:spPr/>
      <dgm:t>
        <a:bodyPr/>
        <a:lstStyle/>
        <a:p>
          <a:endParaRPr lang="en-US"/>
        </a:p>
      </dgm:t>
    </dgm:pt>
    <dgm:pt modelId="{1615E4CA-1390-435C-B73A-5715C85810F7}" type="sibTrans" cxnId="{4CB839EB-3B9A-4877-87EB-89E0570A1719}">
      <dgm:prSet/>
      <dgm:spPr/>
      <dgm:t>
        <a:bodyPr/>
        <a:lstStyle/>
        <a:p>
          <a:endParaRPr lang="en-US"/>
        </a:p>
      </dgm:t>
    </dgm:pt>
    <dgm:pt modelId="{FE446734-6C7F-429B-9512-902D7AAEE1C3}">
      <dgm:prSet phldrT="[Text]" custT="1"/>
      <dgm:spPr/>
      <dgm:t>
        <a:bodyPr/>
        <a:lstStyle/>
        <a:p>
          <a:r>
            <a:rPr lang="en-US" sz="3600" dirty="0" smtClean="0"/>
            <a:t>Isolation/Assumed Inadequacy</a:t>
          </a:r>
          <a:endParaRPr lang="en-US" sz="3600" dirty="0"/>
        </a:p>
      </dgm:t>
    </dgm:pt>
    <dgm:pt modelId="{796FFA57-980B-4846-B1A5-B79239A48967}" type="parTrans" cxnId="{A9013746-B38B-41CC-8F02-65C2F1143592}">
      <dgm:prSet/>
      <dgm:spPr/>
      <dgm:t>
        <a:bodyPr/>
        <a:lstStyle/>
        <a:p>
          <a:endParaRPr lang="en-US"/>
        </a:p>
      </dgm:t>
    </dgm:pt>
    <dgm:pt modelId="{D801311A-8F66-4FCE-B873-1C1911A670A8}" type="sibTrans" cxnId="{A9013746-B38B-41CC-8F02-65C2F1143592}">
      <dgm:prSet/>
      <dgm:spPr/>
      <dgm:t>
        <a:bodyPr/>
        <a:lstStyle/>
        <a:p>
          <a:endParaRPr lang="en-US"/>
        </a:p>
      </dgm:t>
    </dgm:pt>
    <dgm:pt modelId="{19F2CA16-4EA9-44FE-84BD-9A9427DA144E}">
      <dgm:prSet phldrT="[Text]" custT="1"/>
      <dgm:spPr/>
      <dgm:t>
        <a:bodyPr/>
        <a:lstStyle/>
        <a:p>
          <a:r>
            <a:rPr lang="en-US" sz="3600" dirty="0" smtClean="0"/>
            <a:t>“Notice me.”</a:t>
          </a:r>
          <a:endParaRPr lang="en-US" sz="3600" dirty="0"/>
        </a:p>
      </dgm:t>
    </dgm:pt>
    <dgm:pt modelId="{CFB1A5D7-6ECC-4866-901E-E21313A505F3}" type="parTrans" cxnId="{BCF47ECF-EDCE-446A-8048-6D56BFE1482E}">
      <dgm:prSet/>
      <dgm:spPr/>
      <dgm:t>
        <a:bodyPr/>
        <a:lstStyle/>
        <a:p>
          <a:endParaRPr lang="en-US"/>
        </a:p>
      </dgm:t>
    </dgm:pt>
    <dgm:pt modelId="{86239559-13B6-4225-98E1-D7E0CCA92E1A}" type="sibTrans" cxnId="{BCF47ECF-EDCE-446A-8048-6D56BFE1482E}">
      <dgm:prSet/>
      <dgm:spPr/>
      <dgm:t>
        <a:bodyPr/>
        <a:lstStyle/>
        <a:p>
          <a:endParaRPr lang="en-US"/>
        </a:p>
      </dgm:t>
    </dgm:pt>
    <dgm:pt modelId="{ADF01E85-A0C3-41C9-8803-5F8583A7710B}">
      <dgm:prSet phldrT="[Text]" custT="1"/>
      <dgm:spPr/>
      <dgm:t>
        <a:bodyPr/>
        <a:lstStyle/>
        <a:p>
          <a:r>
            <a:rPr lang="en-US" sz="3600" dirty="0" smtClean="0"/>
            <a:t>“Help me.”</a:t>
          </a:r>
          <a:endParaRPr lang="en-US" sz="3600" dirty="0"/>
        </a:p>
      </dgm:t>
    </dgm:pt>
    <dgm:pt modelId="{5E0146BD-C883-41CA-98B3-83F7B22B447C}" type="parTrans" cxnId="{4DCBBA11-93B5-4C8C-809A-629A1197BD48}">
      <dgm:prSet/>
      <dgm:spPr/>
      <dgm:t>
        <a:bodyPr/>
        <a:lstStyle/>
        <a:p>
          <a:endParaRPr lang="en-US"/>
        </a:p>
      </dgm:t>
    </dgm:pt>
    <dgm:pt modelId="{CFCE05B1-A2CF-4751-BFD6-995A02271830}" type="sibTrans" cxnId="{4DCBBA11-93B5-4C8C-809A-629A1197BD48}">
      <dgm:prSet/>
      <dgm:spPr/>
      <dgm:t>
        <a:bodyPr/>
        <a:lstStyle/>
        <a:p>
          <a:endParaRPr lang="en-US"/>
        </a:p>
      </dgm:t>
    </dgm:pt>
    <dgm:pt modelId="{AD987AC5-833E-4EA0-AE84-B82B17231B20}">
      <dgm:prSet phldrT="[Text]" custT="1"/>
      <dgm:spPr/>
      <dgm:t>
        <a:bodyPr/>
        <a:lstStyle/>
        <a:p>
          <a:r>
            <a:rPr lang="en-US" sz="3600" dirty="0" smtClean="0"/>
            <a:t>Low self-esteem</a:t>
          </a:r>
          <a:endParaRPr lang="en-US" sz="3600" dirty="0"/>
        </a:p>
      </dgm:t>
    </dgm:pt>
    <dgm:pt modelId="{26014297-48B1-43B8-B58F-53F767CE2F96}" type="parTrans" cxnId="{9FB5B65D-B203-4A34-A1BD-2DEA0F4C1A8B}">
      <dgm:prSet/>
      <dgm:spPr/>
      <dgm:t>
        <a:bodyPr/>
        <a:lstStyle/>
        <a:p>
          <a:endParaRPr lang="en-US"/>
        </a:p>
      </dgm:t>
    </dgm:pt>
    <dgm:pt modelId="{38F1F182-FEE9-4DF1-9593-69E62534F3D8}" type="sibTrans" cxnId="{9FB5B65D-B203-4A34-A1BD-2DEA0F4C1A8B}">
      <dgm:prSet/>
      <dgm:spPr/>
      <dgm:t>
        <a:bodyPr/>
        <a:lstStyle/>
        <a:p>
          <a:endParaRPr lang="en-US"/>
        </a:p>
      </dgm:t>
    </dgm:pt>
    <dgm:pt modelId="{03B1F2EB-6C60-4B89-B847-64AE5B68411B}">
      <dgm:prSet phldrT="[Text]" custT="1"/>
      <dgm:spPr/>
      <dgm:t>
        <a:bodyPr/>
        <a:lstStyle/>
        <a:p>
          <a:r>
            <a:rPr lang="en-US" sz="3200" dirty="0" smtClean="0"/>
            <a:t>“Show me small </a:t>
          </a:r>
          <a:r>
            <a:rPr lang="en-US" sz="3200" smtClean="0"/>
            <a:t>steps.”</a:t>
          </a:r>
          <a:endParaRPr lang="en-US" sz="3200" dirty="0"/>
        </a:p>
      </dgm:t>
    </dgm:pt>
    <dgm:pt modelId="{97E4DF64-25CA-4C15-AB99-054C4B2D9821}" type="parTrans" cxnId="{7713FFC0-170D-47CC-B758-2BB88AA31439}">
      <dgm:prSet/>
      <dgm:spPr/>
      <dgm:t>
        <a:bodyPr/>
        <a:lstStyle/>
        <a:p>
          <a:endParaRPr lang="en-US"/>
        </a:p>
      </dgm:t>
    </dgm:pt>
    <dgm:pt modelId="{6C53FB8A-FED4-45CD-B4B7-58D348FD2043}" type="sibTrans" cxnId="{7713FFC0-170D-47CC-B758-2BB88AA31439}">
      <dgm:prSet/>
      <dgm:spPr/>
      <dgm:t>
        <a:bodyPr/>
        <a:lstStyle/>
        <a:p>
          <a:endParaRPr lang="en-US"/>
        </a:p>
      </dgm:t>
    </dgm:pt>
    <dgm:pt modelId="{F96B5C2E-5E8F-40F0-B058-22A046BE21BA}" type="pres">
      <dgm:prSet presAssocID="{275681A8-D0BA-4846-835E-058F75F5CC70}" presName="Name0" presStyleCnt="0">
        <dgm:presLayoutVars>
          <dgm:dir/>
          <dgm:animLvl val="lvl"/>
          <dgm:resizeHandles val="exact"/>
        </dgm:presLayoutVars>
      </dgm:prSet>
      <dgm:spPr/>
      <dgm:t>
        <a:bodyPr/>
        <a:lstStyle/>
        <a:p>
          <a:endParaRPr lang="en-US"/>
        </a:p>
      </dgm:t>
    </dgm:pt>
    <dgm:pt modelId="{95131267-6335-4D71-B1B4-79997835F137}" type="pres">
      <dgm:prSet presAssocID="{FE446734-6C7F-429B-9512-902D7AAEE1C3}" presName="boxAndChildren" presStyleCnt="0"/>
      <dgm:spPr/>
    </dgm:pt>
    <dgm:pt modelId="{AC8EDC8C-BDB9-4DA5-95CE-A9F28F9DF27A}" type="pres">
      <dgm:prSet presAssocID="{FE446734-6C7F-429B-9512-902D7AAEE1C3}" presName="parentTextBox" presStyleLbl="node1" presStyleIdx="0" presStyleCnt="4"/>
      <dgm:spPr/>
      <dgm:t>
        <a:bodyPr/>
        <a:lstStyle/>
        <a:p>
          <a:endParaRPr lang="en-US"/>
        </a:p>
      </dgm:t>
    </dgm:pt>
    <dgm:pt modelId="{637C9274-6AEE-4881-9EEF-E31709B8A68C}" type="pres">
      <dgm:prSet presAssocID="{FE446734-6C7F-429B-9512-902D7AAEE1C3}" presName="entireBox" presStyleLbl="node1" presStyleIdx="0" presStyleCnt="4"/>
      <dgm:spPr/>
      <dgm:t>
        <a:bodyPr/>
        <a:lstStyle/>
        <a:p>
          <a:endParaRPr lang="en-US"/>
        </a:p>
      </dgm:t>
    </dgm:pt>
    <dgm:pt modelId="{7C9C0A5E-C9A0-496F-BD26-E4FE75C6CFB2}" type="pres">
      <dgm:prSet presAssocID="{FE446734-6C7F-429B-9512-902D7AAEE1C3}" presName="descendantBox" presStyleCnt="0"/>
      <dgm:spPr/>
    </dgm:pt>
    <dgm:pt modelId="{08C9C3C7-70D3-4A4E-B089-82185ED793E8}" type="pres">
      <dgm:prSet presAssocID="{AD987AC5-833E-4EA0-AE84-B82B17231B20}" presName="childTextBox" presStyleLbl="fgAccFollowNode1" presStyleIdx="0" presStyleCnt="8">
        <dgm:presLayoutVars>
          <dgm:bulletEnabled val="1"/>
        </dgm:presLayoutVars>
      </dgm:prSet>
      <dgm:spPr/>
      <dgm:t>
        <a:bodyPr/>
        <a:lstStyle/>
        <a:p>
          <a:endParaRPr lang="en-US"/>
        </a:p>
      </dgm:t>
    </dgm:pt>
    <dgm:pt modelId="{33085D85-817B-43BE-A214-2D292EFC07E7}" type="pres">
      <dgm:prSet presAssocID="{03B1F2EB-6C60-4B89-B847-64AE5B68411B}" presName="childTextBox" presStyleLbl="fgAccFollowNode1" presStyleIdx="1" presStyleCnt="8">
        <dgm:presLayoutVars>
          <dgm:bulletEnabled val="1"/>
        </dgm:presLayoutVars>
      </dgm:prSet>
      <dgm:spPr/>
      <dgm:t>
        <a:bodyPr/>
        <a:lstStyle/>
        <a:p>
          <a:endParaRPr lang="en-US"/>
        </a:p>
      </dgm:t>
    </dgm:pt>
    <dgm:pt modelId="{F93ED6BB-2773-4C99-A10F-E7F7040A9C92}" type="pres">
      <dgm:prSet presAssocID="{E26BC961-051E-4C81-9F46-9D3E354925C6}" presName="sp" presStyleCnt="0"/>
      <dgm:spPr/>
    </dgm:pt>
    <dgm:pt modelId="{1CFEE8BD-F4A0-4A69-AFC7-03BA2805B1F3}" type="pres">
      <dgm:prSet presAssocID="{831794A3-F71A-4C22-A20C-D08644B0FC4D}" presName="arrowAndChildren" presStyleCnt="0"/>
      <dgm:spPr/>
    </dgm:pt>
    <dgm:pt modelId="{2DF41928-FCB0-4B3C-BD89-5B6272B7C62A}" type="pres">
      <dgm:prSet presAssocID="{831794A3-F71A-4C22-A20C-D08644B0FC4D}" presName="parentTextArrow" presStyleLbl="node1" presStyleIdx="0" presStyleCnt="4"/>
      <dgm:spPr/>
      <dgm:t>
        <a:bodyPr/>
        <a:lstStyle/>
        <a:p>
          <a:endParaRPr lang="en-US"/>
        </a:p>
      </dgm:t>
    </dgm:pt>
    <dgm:pt modelId="{110414C8-0F67-4A08-B552-0D5855E92BF3}" type="pres">
      <dgm:prSet presAssocID="{831794A3-F71A-4C22-A20C-D08644B0FC4D}" presName="arrow" presStyleLbl="node1" presStyleIdx="1" presStyleCnt="4"/>
      <dgm:spPr/>
      <dgm:t>
        <a:bodyPr/>
        <a:lstStyle/>
        <a:p>
          <a:endParaRPr lang="en-US"/>
        </a:p>
      </dgm:t>
    </dgm:pt>
    <dgm:pt modelId="{FD5D22CC-B6FF-4F53-A234-A3635359D648}" type="pres">
      <dgm:prSet presAssocID="{831794A3-F71A-4C22-A20C-D08644B0FC4D}" presName="descendantArrow" presStyleCnt="0"/>
      <dgm:spPr/>
    </dgm:pt>
    <dgm:pt modelId="{06FB9C11-BCD5-43EC-A4F1-13C1BFD1E4B6}" type="pres">
      <dgm:prSet presAssocID="{329E1BD5-4244-400E-9D6B-AB23C0519097}" presName="childTextArrow" presStyleLbl="fgAccFollowNode1" presStyleIdx="2" presStyleCnt="8">
        <dgm:presLayoutVars>
          <dgm:bulletEnabled val="1"/>
        </dgm:presLayoutVars>
      </dgm:prSet>
      <dgm:spPr/>
      <dgm:t>
        <a:bodyPr/>
        <a:lstStyle/>
        <a:p>
          <a:endParaRPr lang="en-US"/>
        </a:p>
      </dgm:t>
    </dgm:pt>
    <dgm:pt modelId="{8EE0D149-8F08-4CD1-A11A-C629D1DCB1B1}" type="pres">
      <dgm:prSet presAssocID="{ADF01E85-A0C3-41C9-8803-5F8583A7710B}" presName="childTextArrow" presStyleLbl="fgAccFollowNode1" presStyleIdx="3" presStyleCnt="8">
        <dgm:presLayoutVars>
          <dgm:bulletEnabled val="1"/>
        </dgm:presLayoutVars>
      </dgm:prSet>
      <dgm:spPr/>
      <dgm:t>
        <a:bodyPr/>
        <a:lstStyle/>
        <a:p>
          <a:endParaRPr lang="en-US"/>
        </a:p>
      </dgm:t>
    </dgm:pt>
    <dgm:pt modelId="{36C8F281-D7E6-4610-9715-C9EE18DA7194}" type="pres">
      <dgm:prSet presAssocID="{9CEF94DC-1C04-4CFD-916B-DAB8DAAE9E5D}" presName="sp" presStyleCnt="0"/>
      <dgm:spPr/>
    </dgm:pt>
    <dgm:pt modelId="{201915CB-04F0-4C48-8143-A45572FB81D7}" type="pres">
      <dgm:prSet presAssocID="{F3B4F01A-7407-43FC-9C9C-A4E800B42375}" presName="arrowAndChildren" presStyleCnt="0"/>
      <dgm:spPr/>
    </dgm:pt>
    <dgm:pt modelId="{DD7530B0-3EC0-4694-9266-35FF5CD4666D}" type="pres">
      <dgm:prSet presAssocID="{F3B4F01A-7407-43FC-9C9C-A4E800B42375}" presName="parentTextArrow" presStyleLbl="node1" presStyleIdx="1" presStyleCnt="4"/>
      <dgm:spPr/>
      <dgm:t>
        <a:bodyPr/>
        <a:lstStyle/>
        <a:p>
          <a:endParaRPr lang="en-US"/>
        </a:p>
      </dgm:t>
    </dgm:pt>
    <dgm:pt modelId="{67E32E57-E171-4261-AC33-C03EB30C4314}" type="pres">
      <dgm:prSet presAssocID="{F3B4F01A-7407-43FC-9C9C-A4E800B42375}" presName="arrow" presStyleLbl="node1" presStyleIdx="2" presStyleCnt="4"/>
      <dgm:spPr/>
      <dgm:t>
        <a:bodyPr/>
        <a:lstStyle/>
        <a:p>
          <a:endParaRPr lang="en-US"/>
        </a:p>
      </dgm:t>
    </dgm:pt>
    <dgm:pt modelId="{03DDE494-D086-4387-93B9-9140DD8AB769}" type="pres">
      <dgm:prSet presAssocID="{F3B4F01A-7407-43FC-9C9C-A4E800B42375}" presName="descendantArrow" presStyleCnt="0"/>
      <dgm:spPr/>
    </dgm:pt>
    <dgm:pt modelId="{0842AD5B-8B41-496F-8622-45AAFFDE0F0E}" type="pres">
      <dgm:prSet presAssocID="{B443659C-D52F-44F5-84CF-A09E4A38F6A9}" presName="childTextArrow" presStyleLbl="fgAccFollowNode1" presStyleIdx="4" presStyleCnt="8">
        <dgm:presLayoutVars>
          <dgm:bulletEnabled val="1"/>
        </dgm:presLayoutVars>
      </dgm:prSet>
      <dgm:spPr/>
      <dgm:t>
        <a:bodyPr/>
        <a:lstStyle/>
        <a:p>
          <a:endParaRPr lang="en-US"/>
        </a:p>
      </dgm:t>
    </dgm:pt>
    <dgm:pt modelId="{8AFFAC0B-B1CA-4780-8FF7-B2568A062E58}" type="pres">
      <dgm:prSet presAssocID="{7878E46F-F288-4BD6-A57A-5AA5A31FF9DB}" presName="childTextArrow" presStyleLbl="fgAccFollowNode1" presStyleIdx="5" presStyleCnt="8">
        <dgm:presLayoutVars>
          <dgm:bulletEnabled val="1"/>
        </dgm:presLayoutVars>
      </dgm:prSet>
      <dgm:spPr/>
      <dgm:t>
        <a:bodyPr/>
        <a:lstStyle/>
        <a:p>
          <a:endParaRPr lang="en-US"/>
        </a:p>
      </dgm:t>
    </dgm:pt>
    <dgm:pt modelId="{16434D43-C7D2-4704-AADD-AC5E5BD3E522}" type="pres">
      <dgm:prSet presAssocID="{00C1BA79-30BC-4A46-AB42-E857E1453F6A}" presName="sp" presStyleCnt="0"/>
      <dgm:spPr/>
    </dgm:pt>
    <dgm:pt modelId="{1F628675-F155-4B3E-9CA6-2ADCF2A0D8C9}" type="pres">
      <dgm:prSet presAssocID="{5A1AC10B-62A0-4836-A659-D08EC57ECFD5}" presName="arrowAndChildren" presStyleCnt="0"/>
      <dgm:spPr/>
    </dgm:pt>
    <dgm:pt modelId="{83F72985-B89F-4A3A-8AFD-AF37779575C0}" type="pres">
      <dgm:prSet presAssocID="{5A1AC10B-62A0-4836-A659-D08EC57ECFD5}" presName="parentTextArrow" presStyleLbl="node1" presStyleIdx="2" presStyleCnt="4"/>
      <dgm:spPr/>
      <dgm:t>
        <a:bodyPr/>
        <a:lstStyle/>
        <a:p>
          <a:endParaRPr lang="en-US"/>
        </a:p>
      </dgm:t>
    </dgm:pt>
    <dgm:pt modelId="{FE623C77-D613-4211-BF9C-81DAB701D525}" type="pres">
      <dgm:prSet presAssocID="{5A1AC10B-62A0-4836-A659-D08EC57ECFD5}" presName="arrow" presStyleLbl="node1" presStyleIdx="3" presStyleCnt="4" custScaleY="111081" custLinFactNeighborY="-173"/>
      <dgm:spPr/>
      <dgm:t>
        <a:bodyPr/>
        <a:lstStyle/>
        <a:p>
          <a:endParaRPr lang="en-US"/>
        </a:p>
      </dgm:t>
    </dgm:pt>
    <dgm:pt modelId="{AA10446A-46DE-4AC4-AFB3-685EF33CBBEE}" type="pres">
      <dgm:prSet presAssocID="{5A1AC10B-62A0-4836-A659-D08EC57ECFD5}" presName="descendantArrow" presStyleCnt="0"/>
      <dgm:spPr/>
    </dgm:pt>
    <dgm:pt modelId="{59F49245-FD95-445D-A493-6F0F60C3A050}" type="pres">
      <dgm:prSet presAssocID="{2A283943-7704-45A1-9B17-A0D20212C0EC}" presName="childTextArrow" presStyleLbl="fgAccFollowNode1" presStyleIdx="6" presStyleCnt="8">
        <dgm:presLayoutVars>
          <dgm:bulletEnabled val="1"/>
        </dgm:presLayoutVars>
      </dgm:prSet>
      <dgm:spPr/>
      <dgm:t>
        <a:bodyPr/>
        <a:lstStyle/>
        <a:p>
          <a:endParaRPr lang="en-US"/>
        </a:p>
      </dgm:t>
    </dgm:pt>
    <dgm:pt modelId="{D4A85AAC-34F4-4799-826F-E1D4E15D3F07}" type="pres">
      <dgm:prSet presAssocID="{19F2CA16-4EA9-44FE-84BD-9A9427DA144E}" presName="childTextArrow" presStyleLbl="fgAccFollowNode1" presStyleIdx="7" presStyleCnt="8">
        <dgm:presLayoutVars>
          <dgm:bulletEnabled val="1"/>
        </dgm:presLayoutVars>
      </dgm:prSet>
      <dgm:spPr/>
      <dgm:t>
        <a:bodyPr/>
        <a:lstStyle/>
        <a:p>
          <a:endParaRPr lang="en-US"/>
        </a:p>
      </dgm:t>
    </dgm:pt>
  </dgm:ptLst>
  <dgm:cxnLst>
    <dgm:cxn modelId="{573DC61F-049B-483E-95F0-B262B2433784}" type="presOf" srcId="{329E1BD5-4244-400E-9D6B-AB23C0519097}" destId="{06FB9C11-BCD5-43EC-A4F1-13C1BFD1E4B6}" srcOrd="0" destOrd="0" presId="urn:microsoft.com/office/officeart/2005/8/layout/process4"/>
    <dgm:cxn modelId="{9FB5B65D-B203-4A34-A1BD-2DEA0F4C1A8B}" srcId="{FE446734-6C7F-429B-9512-902D7AAEE1C3}" destId="{AD987AC5-833E-4EA0-AE84-B82B17231B20}" srcOrd="0" destOrd="0" parTransId="{26014297-48B1-43B8-B58F-53F767CE2F96}" sibTransId="{38F1F182-FEE9-4DF1-9593-69E62534F3D8}"/>
    <dgm:cxn modelId="{BCF47ECF-EDCE-446A-8048-6D56BFE1482E}" srcId="{5A1AC10B-62A0-4836-A659-D08EC57ECFD5}" destId="{19F2CA16-4EA9-44FE-84BD-9A9427DA144E}" srcOrd="1" destOrd="0" parTransId="{CFB1A5D7-6ECC-4866-901E-E21313A505F3}" sibTransId="{86239559-13B6-4225-98E1-D7E0CCA92E1A}"/>
    <dgm:cxn modelId="{C77DF1EE-A377-4D66-B246-8ADD1D3177E4}" type="presOf" srcId="{F3B4F01A-7407-43FC-9C9C-A4E800B42375}" destId="{67E32E57-E171-4261-AC33-C03EB30C4314}" srcOrd="1" destOrd="0" presId="urn:microsoft.com/office/officeart/2005/8/layout/process4"/>
    <dgm:cxn modelId="{E296D81B-489C-4371-AFD2-5F20E55961D9}" type="presOf" srcId="{7878E46F-F288-4BD6-A57A-5AA5A31FF9DB}" destId="{8AFFAC0B-B1CA-4780-8FF7-B2568A062E58}" srcOrd="0" destOrd="0" presId="urn:microsoft.com/office/officeart/2005/8/layout/process4"/>
    <dgm:cxn modelId="{7713FFC0-170D-47CC-B758-2BB88AA31439}" srcId="{FE446734-6C7F-429B-9512-902D7AAEE1C3}" destId="{03B1F2EB-6C60-4B89-B847-64AE5B68411B}" srcOrd="1" destOrd="0" parTransId="{97E4DF64-25CA-4C15-AB99-054C4B2D9821}" sibTransId="{6C53FB8A-FED4-45CD-B4B7-58D348FD2043}"/>
    <dgm:cxn modelId="{3C466005-5B59-4493-9FF1-27B4A914D5B3}" type="presOf" srcId="{5A1AC10B-62A0-4836-A659-D08EC57ECFD5}" destId="{FE623C77-D613-4211-BF9C-81DAB701D525}" srcOrd="1" destOrd="0" presId="urn:microsoft.com/office/officeart/2005/8/layout/process4"/>
    <dgm:cxn modelId="{9212498A-249E-4A4A-A222-3E2B2AF5D515}" type="presOf" srcId="{F3B4F01A-7407-43FC-9C9C-A4E800B42375}" destId="{DD7530B0-3EC0-4694-9266-35FF5CD4666D}" srcOrd="0" destOrd="0" presId="urn:microsoft.com/office/officeart/2005/8/layout/process4"/>
    <dgm:cxn modelId="{63DE6039-A53A-40E0-A272-FD2F7266F7DD}" type="presOf" srcId="{831794A3-F71A-4C22-A20C-D08644B0FC4D}" destId="{110414C8-0F67-4A08-B552-0D5855E92BF3}" srcOrd="1" destOrd="0" presId="urn:microsoft.com/office/officeart/2005/8/layout/process4"/>
    <dgm:cxn modelId="{431DCFCD-8235-4F59-A6F3-81102D9C8319}" type="presOf" srcId="{2A283943-7704-45A1-9B17-A0D20212C0EC}" destId="{59F49245-FD95-445D-A493-6F0F60C3A050}" srcOrd="0" destOrd="0" presId="urn:microsoft.com/office/officeart/2005/8/layout/process4"/>
    <dgm:cxn modelId="{0BD56A97-D37F-4114-9A5F-FB7D9102F6A3}" type="presOf" srcId="{FE446734-6C7F-429B-9512-902D7AAEE1C3}" destId="{637C9274-6AEE-4881-9EEF-E31709B8A68C}" srcOrd="1" destOrd="0" presId="urn:microsoft.com/office/officeart/2005/8/layout/process4"/>
    <dgm:cxn modelId="{DE77E320-4EBE-42CD-89DE-60B04B785441}" srcId="{5A1AC10B-62A0-4836-A659-D08EC57ECFD5}" destId="{2A283943-7704-45A1-9B17-A0D20212C0EC}" srcOrd="0" destOrd="0" parTransId="{26A7998A-AAA8-4F57-84B1-64DC76A46AFF}" sibTransId="{14E5E1E8-7635-455B-985F-6729A4768E32}"/>
    <dgm:cxn modelId="{4DCBBA11-93B5-4C8C-809A-629A1197BD48}" srcId="{831794A3-F71A-4C22-A20C-D08644B0FC4D}" destId="{ADF01E85-A0C3-41C9-8803-5F8583A7710B}" srcOrd="1" destOrd="0" parTransId="{5E0146BD-C883-41CA-98B3-83F7B22B447C}" sibTransId="{CFCE05B1-A2CF-4751-BFD6-995A02271830}"/>
    <dgm:cxn modelId="{C169E380-B35C-4222-9FF7-BDBD945A5F63}" type="presOf" srcId="{AD987AC5-833E-4EA0-AE84-B82B17231B20}" destId="{08C9C3C7-70D3-4A4E-B089-82185ED793E8}" srcOrd="0" destOrd="0" presId="urn:microsoft.com/office/officeart/2005/8/layout/process4"/>
    <dgm:cxn modelId="{A9013746-B38B-41CC-8F02-65C2F1143592}" srcId="{275681A8-D0BA-4846-835E-058F75F5CC70}" destId="{FE446734-6C7F-429B-9512-902D7AAEE1C3}" srcOrd="3" destOrd="0" parTransId="{796FFA57-980B-4846-B1A5-B79239A48967}" sibTransId="{D801311A-8F66-4FCE-B873-1C1911A670A8}"/>
    <dgm:cxn modelId="{58292B36-5BCD-4E10-9A01-06F39B82A463}" type="presOf" srcId="{5A1AC10B-62A0-4836-A659-D08EC57ECFD5}" destId="{83F72985-B89F-4A3A-8AFD-AF37779575C0}" srcOrd="0" destOrd="0" presId="urn:microsoft.com/office/officeart/2005/8/layout/process4"/>
    <dgm:cxn modelId="{4CAFCD3A-88FB-4F30-B6A5-34C8F00F89E1}" srcId="{F3B4F01A-7407-43FC-9C9C-A4E800B42375}" destId="{7878E46F-F288-4BD6-A57A-5AA5A31FF9DB}" srcOrd="1" destOrd="0" parTransId="{6B933894-CD08-46AF-8FF7-A38F12D434E5}" sibTransId="{C635A296-EECE-411E-B374-96BBAD3E418D}"/>
    <dgm:cxn modelId="{07F7BE14-9EBE-48A5-A413-1A1403012018}" type="presOf" srcId="{B443659C-D52F-44F5-84CF-A09E4A38F6A9}" destId="{0842AD5B-8B41-496F-8622-45AAFFDE0F0E}" srcOrd="0" destOrd="0" presId="urn:microsoft.com/office/officeart/2005/8/layout/process4"/>
    <dgm:cxn modelId="{4CFF7B55-A408-4C89-BB5E-8E5A8E966053}" type="presOf" srcId="{275681A8-D0BA-4846-835E-058F75F5CC70}" destId="{F96B5C2E-5E8F-40F0-B058-22A046BE21BA}" srcOrd="0" destOrd="0" presId="urn:microsoft.com/office/officeart/2005/8/layout/process4"/>
    <dgm:cxn modelId="{96E89AD2-3A63-4AEF-9AEB-CFB13AFAF0A4}" type="presOf" srcId="{03B1F2EB-6C60-4B89-B847-64AE5B68411B}" destId="{33085D85-817B-43BE-A214-2D292EFC07E7}" srcOrd="0" destOrd="0" presId="urn:microsoft.com/office/officeart/2005/8/layout/process4"/>
    <dgm:cxn modelId="{800B7842-910E-424F-A185-C34B6750F3BB}" srcId="{275681A8-D0BA-4846-835E-058F75F5CC70}" destId="{831794A3-F71A-4C22-A20C-D08644B0FC4D}" srcOrd="2" destOrd="0" parTransId="{C37AB2D9-245D-41EE-B6FA-35CA2A130851}" sibTransId="{E26BC961-051E-4C81-9F46-9D3E354925C6}"/>
    <dgm:cxn modelId="{AC770506-50B0-49B5-BC52-B6F6ADCBD855}" type="presOf" srcId="{19F2CA16-4EA9-44FE-84BD-9A9427DA144E}" destId="{D4A85AAC-34F4-4799-826F-E1D4E15D3F07}" srcOrd="0" destOrd="0" presId="urn:microsoft.com/office/officeart/2005/8/layout/process4"/>
    <dgm:cxn modelId="{4CB839EB-3B9A-4877-87EB-89E0570A1719}" srcId="{831794A3-F71A-4C22-A20C-D08644B0FC4D}" destId="{329E1BD5-4244-400E-9D6B-AB23C0519097}" srcOrd="0" destOrd="0" parTransId="{08010531-383D-4570-9DC6-5A1EC79E0EEE}" sibTransId="{1615E4CA-1390-435C-B73A-5715C85810F7}"/>
    <dgm:cxn modelId="{2D6B9363-984A-4F71-976C-32355A1C2CAB}" type="presOf" srcId="{FE446734-6C7F-429B-9512-902D7AAEE1C3}" destId="{AC8EDC8C-BDB9-4DA5-95CE-A9F28F9DF27A}" srcOrd="0" destOrd="0" presId="urn:microsoft.com/office/officeart/2005/8/layout/process4"/>
    <dgm:cxn modelId="{25BFDFA7-3703-4FE2-AAA2-AB2023DB874B}" type="presOf" srcId="{831794A3-F71A-4C22-A20C-D08644B0FC4D}" destId="{2DF41928-FCB0-4B3C-BD89-5B6272B7C62A}" srcOrd="0" destOrd="0" presId="urn:microsoft.com/office/officeart/2005/8/layout/process4"/>
    <dgm:cxn modelId="{18CC73CA-795F-44ED-AD5C-360E0768D84C}" srcId="{275681A8-D0BA-4846-835E-058F75F5CC70}" destId="{F3B4F01A-7407-43FC-9C9C-A4E800B42375}" srcOrd="1" destOrd="0" parTransId="{BAB9270E-F483-47C5-8E4D-5AEA9394A8C4}" sibTransId="{9CEF94DC-1C04-4CFD-916B-DAB8DAAE9E5D}"/>
    <dgm:cxn modelId="{B7254898-7F0C-446E-AA06-F5A7CC61219A}" srcId="{275681A8-D0BA-4846-835E-058F75F5CC70}" destId="{5A1AC10B-62A0-4836-A659-D08EC57ECFD5}" srcOrd="0" destOrd="0" parTransId="{5C05DB9C-665A-4A6E-9DD8-AF81A3F2925D}" sibTransId="{00C1BA79-30BC-4A46-AB42-E857E1453F6A}"/>
    <dgm:cxn modelId="{99ADF00B-FBEC-4827-9B96-356A693E810F}" type="presOf" srcId="{ADF01E85-A0C3-41C9-8803-5F8583A7710B}" destId="{8EE0D149-8F08-4CD1-A11A-C629D1DCB1B1}" srcOrd="0" destOrd="0" presId="urn:microsoft.com/office/officeart/2005/8/layout/process4"/>
    <dgm:cxn modelId="{24EEB57E-F6B7-4179-86C4-9ADEC8294325}" srcId="{F3B4F01A-7407-43FC-9C9C-A4E800B42375}" destId="{B443659C-D52F-44F5-84CF-A09E4A38F6A9}" srcOrd="0" destOrd="0" parTransId="{47B44558-F05C-4E39-B5DE-D43B38E9948F}" sibTransId="{71FF8545-20D3-446E-8225-453B96F74CFE}"/>
    <dgm:cxn modelId="{6E8B63F2-DD9D-4E95-9335-62A41EF4F206}" type="presParOf" srcId="{F96B5C2E-5E8F-40F0-B058-22A046BE21BA}" destId="{95131267-6335-4D71-B1B4-79997835F137}" srcOrd="0" destOrd="0" presId="urn:microsoft.com/office/officeart/2005/8/layout/process4"/>
    <dgm:cxn modelId="{1D873601-4761-4143-B12C-E0D9B8B5720F}" type="presParOf" srcId="{95131267-6335-4D71-B1B4-79997835F137}" destId="{AC8EDC8C-BDB9-4DA5-95CE-A9F28F9DF27A}" srcOrd="0" destOrd="0" presId="urn:microsoft.com/office/officeart/2005/8/layout/process4"/>
    <dgm:cxn modelId="{2F6370A1-384A-4373-848D-9B2B652B9F8E}" type="presParOf" srcId="{95131267-6335-4D71-B1B4-79997835F137}" destId="{637C9274-6AEE-4881-9EEF-E31709B8A68C}" srcOrd="1" destOrd="0" presId="urn:microsoft.com/office/officeart/2005/8/layout/process4"/>
    <dgm:cxn modelId="{D4591C0F-FC68-4D7F-AE53-BBC8F1D8A137}" type="presParOf" srcId="{95131267-6335-4D71-B1B4-79997835F137}" destId="{7C9C0A5E-C9A0-496F-BD26-E4FE75C6CFB2}" srcOrd="2" destOrd="0" presId="urn:microsoft.com/office/officeart/2005/8/layout/process4"/>
    <dgm:cxn modelId="{8CA21F89-C718-4936-99ED-C0BE82800D80}" type="presParOf" srcId="{7C9C0A5E-C9A0-496F-BD26-E4FE75C6CFB2}" destId="{08C9C3C7-70D3-4A4E-B089-82185ED793E8}" srcOrd="0" destOrd="0" presId="urn:microsoft.com/office/officeart/2005/8/layout/process4"/>
    <dgm:cxn modelId="{3389A503-F0E2-4E1B-8AE5-ABBC34354D29}" type="presParOf" srcId="{7C9C0A5E-C9A0-496F-BD26-E4FE75C6CFB2}" destId="{33085D85-817B-43BE-A214-2D292EFC07E7}" srcOrd="1" destOrd="0" presId="urn:microsoft.com/office/officeart/2005/8/layout/process4"/>
    <dgm:cxn modelId="{53C1AC2D-7662-4A65-9CFC-099C3981D5A6}" type="presParOf" srcId="{F96B5C2E-5E8F-40F0-B058-22A046BE21BA}" destId="{F93ED6BB-2773-4C99-A10F-E7F7040A9C92}" srcOrd="1" destOrd="0" presId="urn:microsoft.com/office/officeart/2005/8/layout/process4"/>
    <dgm:cxn modelId="{E2F8FAEC-60F1-41CA-92F0-BA3970CE997D}" type="presParOf" srcId="{F96B5C2E-5E8F-40F0-B058-22A046BE21BA}" destId="{1CFEE8BD-F4A0-4A69-AFC7-03BA2805B1F3}" srcOrd="2" destOrd="0" presId="urn:microsoft.com/office/officeart/2005/8/layout/process4"/>
    <dgm:cxn modelId="{9F7DBD25-86A3-4CD8-BBA0-812C7C5659E0}" type="presParOf" srcId="{1CFEE8BD-F4A0-4A69-AFC7-03BA2805B1F3}" destId="{2DF41928-FCB0-4B3C-BD89-5B6272B7C62A}" srcOrd="0" destOrd="0" presId="urn:microsoft.com/office/officeart/2005/8/layout/process4"/>
    <dgm:cxn modelId="{70DFD09D-F661-4776-8AC2-7F1C5AA22D86}" type="presParOf" srcId="{1CFEE8BD-F4A0-4A69-AFC7-03BA2805B1F3}" destId="{110414C8-0F67-4A08-B552-0D5855E92BF3}" srcOrd="1" destOrd="0" presId="urn:microsoft.com/office/officeart/2005/8/layout/process4"/>
    <dgm:cxn modelId="{12CE2A7C-3162-4ACE-A7E1-93EC0EBCF3E7}" type="presParOf" srcId="{1CFEE8BD-F4A0-4A69-AFC7-03BA2805B1F3}" destId="{FD5D22CC-B6FF-4F53-A234-A3635359D648}" srcOrd="2" destOrd="0" presId="urn:microsoft.com/office/officeart/2005/8/layout/process4"/>
    <dgm:cxn modelId="{79696954-68A2-48A4-B901-E676D5F3880A}" type="presParOf" srcId="{FD5D22CC-B6FF-4F53-A234-A3635359D648}" destId="{06FB9C11-BCD5-43EC-A4F1-13C1BFD1E4B6}" srcOrd="0" destOrd="0" presId="urn:microsoft.com/office/officeart/2005/8/layout/process4"/>
    <dgm:cxn modelId="{59C6AD0D-EDD0-4B44-B6D8-5FA5CCBDE73E}" type="presParOf" srcId="{FD5D22CC-B6FF-4F53-A234-A3635359D648}" destId="{8EE0D149-8F08-4CD1-A11A-C629D1DCB1B1}" srcOrd="1" destOrd="0" presId="urn:microsoft.com/office/officeart/2005/8/layout/process4"/>
    <dgm:cxn modelId="{774727E6-4E52-403F-888E-385EBD820280}" type="presParOf" srcId="{F96B5C2E-5E8F-40F0-B058-22A046BE21BA}" destId="{36C8F281-D7E6-4610-9715-C9EE18DA7194}" srcOrd="3" destOrd="0" presId="urn:microsoft.com/office/officeart/2005/8/layout/process4"/>
    <dgm:cxn modelId="{F0EF48E3-8BED-49A9-B843-1E74F224BCA1}" type="presParOf" srcId="{F96B5C2E-5E8F-40F0-B058-22A046BE21BA}" destId="{201915CB-04F0-4C48-8143-A45572FB81D7}" srcOrd="4" destOrd="0" presId="urn:microsoft.com/office/officeart/2005/8/layout/process4"/>
    <dgm:cxn modelId="{CF150FEA-FA1F-4D51-A105-62239A4E168F}" type="presParOf" srcId="{201915CB-04F0-4C48-8143-A45572FB81D7}" destId="{DD7530B0-3EC0-4694-9266-35FF5CD4666D}" srcOrd="0" destOrd="0" presId="urn:microsoft.com/office/officeart/2005/8/layout/process4"/>
    <dgm:cxn modelId="{DEA7BDC1-D284-4CB5-BBD8-869840DE7200}" type="presParOf" srcId="{201915CB-04F0-4C48-8143-A45572FB81D7}" destId="{67E32E57-E171-4261-AC33-C03EB30C4314}" srcOrd="1" destOrd="0" presId="urn:microsoft.com/office/officeart/2005/8/layout/process4"/>
    <dgm:cxn modelId="{48499BC3-46DB-4DCB-A5FF-C458E56703CE}" type="presParOf" srcId="{201915CB-04F0-4C48-8143-A45572FB81D7}" destId="{03DDE494-D086-4387-93B9-9140DD8AB769}" srcOrd="2" destOrd="0" presId="urn:microsoft.com/office/officeart/2005/8/layout/process4"/>
    <dgm:cxn modelId="{A60E9F61-9255-49BD-961C-2DBD22B98AE3}" type="presParOf" srcId="{03DDE494-D086-4387-93B9-9140DD8AB769}" destId="{0842AD5B-8B41-496F-8622-45AAFFDE0F0E}" srcOrd="0" destOrd="0" presId="urn:microsoft.com/office/officeart/2005/8/layout/process4"/>
    <dgm:cxn modelId="{D9ED3BA3-C340-43CE-9BCA-FE470985E7B7}" type="presParOf" srcId="{03DDE494-D086-4387-93B9-9140DD8AB769}" destId="{8AFFAC0B-B1CA-4780-8FF7-B2568A062E58}" srcOrd="1" destOrd="0" presId="urn:microsoft.com/office/officeart/2005/8/layout/process4"/>
    <dgm:cxn modelId="{F390B4B4-C5ED-417F-A600-9FB4DB72035B}" type="presParOf" srcId="{F96B5C2E-5E8F-40F0-B058-22A046BE21BA}" destId="{16434D43-C7D2-4704-AADD-AC5E5BD3E522}" srcOrd="5" destOrd="0" presId="urn:microsoft.com/office/officeart/2005/8/layout/process4"/>
    <dgm:cxn modelId="{57EA3E38-9BEB-483E-8F22-646252C0C97C}" type="presParOf" srcId="{F96B5C2E-5E8F-40F0-B058-22A046BE21BA}" destId="{1F628675-F155-4B3E-9CA6-2ADCF2A0D8C9}" srcOrd="6" destOrd="0" presId="urn:microsoft.com/office/officeart/2005/8/layout/process4"/>
    <dgm:cxn modelId="{5766386C-7F20-46C0-8E62-9D330AF2DEFF}" type="presParOf" srcId="{1F628675-F155-4B3E-9CA6-2ADCF2A0D8C9}" destId="{83F72985-B89F-4A3A-8AFD-AF37779575C0}" srcOrd="0" destOrd="0" presId="urn:microsoft.com/office/officeart/2005/8/layout/process4"/>
    <dgm:cxn modelId="{EF313EA0-E5D5-4C10-AA88-9B061D3383CC}" type="presParOf" srcId="{1F628675-F155-4B3E-9CA6-2ADCF2A0D8C9}" destId="{FE623C77-D613-4211-BF9C-81DAB701D525}" srcOrd="1" destOrd="0" presId="urn:microsoft.com/office/officeart/2005/8/layout/process4"/>
    <dgm:cxn modelId="{9FC38DFE-3CBA-430A-8A02-26F0B758212B}" type="presParOf" srcId="{1F628675-F155-4B3E-9CA6-2ADCF2A0D8C9}" destId="{AA10446A-46DE-4AC4-AFB3-685EF33CBBEE}" srcOrd="2" destOrd="0" presId="urn:microsoft.com/office/officeart/2005/8/layout/process4"/>
    <dgm:cxn modelId="{792671FE-EE81-44E1-95A7-705C7615AA64}" type="presParOf" srcId="{AA10446A-46DE-4AC4-AFB3-685EF33CBBEE}" destId="{59F49245-FD95-445D-A493-6F0F60C3A050}" srcOrd="0" destOrd="0" presId="urn:microsoft.com/office/officeart/2005/8/layout/process4"/>
    <dgm:cxn modelId="{5C6C1547-3186-42DE-A88D-D4297F04051D}" type="presParOf" srcId="{AA10446A-46DE-4AC4-AFB3-685EF33CBBEE}" destId="{D4A85AAC-34F4-4799-826F-E1D4E15D3F07}"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3B18D73-EB75-41FF-9665-756D82E0D3C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DAF0B0C-BF12-4640-AD25-A543F6B3CA07}">
      <dgm:prSet phldrT="[Text]"/>
      <dgm:spPr/>
      <dgm:t>
        <a:bodyPr/>
        <a:lstStyle/>
        <a:p>
          <a:r>
            <a:rPr lang="en-US" b="1" i="0" dirty="0" smtClean="0"/>
            <a:t>I do.</a:t>
          </a:r>
          <a:endParaRPr lang="en-US" dirty="0"/>
        </a:p>
      </dgm:t>
    </dgm:pt>
    <dgm:pt modelId="{4FCB7861-94B2-49DC-9981-CD2369E5EB97}" type="parTrans" cxnId="{603E652A-8973-434D-A06A-1648B892FE63}">
      <dgm:prSet/>
      <dgm:spPr/>
      <dgm:t>
        <a:bodyPr/>
        <a:lstStyle/>
        <a:p>
          <a:endParaRPr lang="en-US"/>
        </a:p>
      </dgm:t>
    </dgm:pt>
    <dgm:pt modelId="{C7F88ECC-76D6-48EA-B04B-EDE187D270C7}" type="sibTrans" cxnId="{603E652A-8973-434D-A06A-1648B892FE63}">
      <dgm:prSet/>
      <dgm:spPr/>
      <dgm:t>
        <a:bodyPr/>
        <a:lstStyle/>
        <a:p>
          <a:endParaRPr lang="en-US"/>
        </a:p>
      </dgm:t>
    </dgm:pt>
    <dgm:pt modelId="{B7C85152-73E4-4796-B0D8-7B8583BC0182}">
      <dgm:prSet phldrT="[Text]"/>
      <dgm:spPr/>
      <dgm:t>
        <a:bodyPr/>
        <a:lstStyle/>
        <a:p>
          <a:r>
            <a:rPr lang="en-US" b="1" i="0" dirty="0" smtClean="0"/>
            <a:t>We do together.</a:t>
          </a:r>
          <a:endParaRPr lang="en-US" dirty="0"/>
        </a:p>
      </dgm:t>
    </dgm:pt>
    <dgm:pt modelId="{23DF7E2A-FCD8-44E6-8720-364FCE0DB1DD}" type="parTrans" cxnId="{5E44802F-515A-4584-874F-FE716311B6B9}">
      <dgm:prSet/>
      <dgm:spPr/>
      <dgm:t>
        <a:bodyPr/>
        <a:lstStyle/>
        <a:p>
          <a:endParaRPr lang="en-US"/>
        </a:p>
      </dgm:t>
    </dgm:pt>
    <dgm:pt modelId="{34B030FB-9F04-46ED-BA9F-DF45D0F1FBD8}" type="sibTrans" cxnId="{5E44802F-515A-4584-874F-FE716311B6B9}">
      <dgm:prSet/>
      <dgm:spPr/>
      <dgm:t>
        <a:bodyPr/>
        <a:lstStyle/>
        <a:p>
          <a:endParaRPr lang="en-US"/>
        </a:p>
      </dgm:t>
    </dgm:pt>
    <dgm:pt modelId="{3793B2F1-E94C-4466-80BC-2F5D2F1C6AFA}">
      <dgm:prSet phldrT="[Text]"/>
      <dgm:spPr/>
      <dgm:t>
        <a:bodyPr/>
        <a:lstStyle/>
        <a:p>
          <a:r>
            <a:rPr lang="en-US" b="1" i="0" dirty="0" smtClean="0"/>
            <a:t>You do together.</a:t>
          </a:r>
          <a:endParaRPr lang="en-US" dirty="0"/>
        </a:p>
      </dgm:t>
    </dgm:pt>
    <dgm:pt modelId="{41125127-D171-4F64-97AF-B626B7F9DC41}" type="parTrans" cxnId="{2C17C713-F97B-4DAB-8714-8FB45DF3F276}">
      <dgm:prSet/>
      <dgm:spPr/>
      <dgm:t>
        <a:bodyPr/>
        <a:lstStyle/>
        <a:p>
          <a:endParaRPr lang="en-US"/>
        </a:p>
      </dgm:t>
    </dgm:pt>
    <dgm:pt modelId="{A6BACC62-8F6B-496C-B62E-E9485A1548CC}" type="sibTrans" cxnId="{2C17C713-F97B-4DAB-8714-8FB45DF3F276}">
      <dgm:prSet/>
      <dgm:spPr/>
      <dgm:t>
        <a:bodyPr/>
        <a:lstStyle/>
        <a:p>
          <a:endParaRPr lang="en-US"/>
        </a:p>
      </dgm:t>
    </dgm:pt>
    <dgm:pt modelId="{CC66E250-33D5-46D4-8B38-A6AB46EA9B27}">
      <dgm:prSet phldrT="[Text]"/>
      <dgm:spPr/>
      <dgm:t>
        <a:bodyPr/>
        <a:lstStyle/>
        <a:p>
          <a:r>
            <a:rPr lang="en-US" b="1" i="0" dirty="0" smtClean="0"/>
            <a:t>You do alone.</a:t>
          </a:r>
          <a:endParaRPr lang="en-US" dirty="0"/>
        </a:p>
      </dgm:t>
    </dgm:pt>
    <dgm:pt modelId="{4F66FC4A-FC37-4806-B941-5B99DEC56021}" type="parTrans" cxnId="{8600C28C-E0A9-456A-AE65-9227D88A59F0}">
      <dgm:prSet/>
      <dgm:spPr/>
      <dgm:t>
        <a:bodyPr/>
        <a:lstStyle/>
        <a:p>
          <a:endParaRPr lang="en-US"/>
        </a:p>
      </dgm:t>
    </dgm:pt>
    <dgm:pt modelId="{ECA148B3-FB47-4EDB-94B5-8305833B51AA}" type="sibTrans" cxnId="{8600C28C-E0A9-456A-AE65-9227D88A59F0}">
      <dgm:prSet/>
      <dgm:spPr/>
      <dgm:t>
        <a:bodyPr/>
        <a:lstStyle/>
        <a:p>
          <a:endParaRPr lang="en-US"/>
        </a:p>
      </dgm:t>
    </dgm:pt>
    <dgm:pt modelId="{C373B1AA-66BB-4015-BC04-BCE0966EA9B8}" type="pres">
      <dgm:prSet presAssocID="{C3B18D73-EB75-41FF-9665-756D82E0D3C3}" presName="diagram" presStyleCnt="0">
        <dgm:presLayoutVars>
          <dgm:dir/>
          <dgm:resizeHandles val="exact"/>
        </dgm:presLayoutVars>
      </dgm:prSet>
      <dgm:spPr/>
      <dgm:t>
        <a:bodyPr/>
        <a:lstStyle/>
        <a:p>
          <a:endParaRPr lang="en-US"/>
        </a:p>
      </dgm:t>
    </dgm:pt>
    <dgm:pt modelId="{E927DFE5-3EE7-4F15-82C3-3D71CA7A7157}" type="pres">
      <dgm:prSet presAssocID="{3DAF0B0C-BF12-4640-AD25-A543F6B3CA07}" presName="node" presStyleLbl="node1" presStyleIdx="0" presStyleCnt="4">
        <dgm:presLayoutVars>
          <dgm:bulletEnabled val="1"/>
        </dgm:presLayoutVars>
      </dgm:prSet>
      <dgm:spPr/>
      <dgm:t>
        <a:bodyPr/>
        <a:lstStyle/>
        <a:p>
          <a:endParaRPr lang="en-US"/>
        </a:p>
      </dgm:t>
    </dgm:pt>
    <dgm:pt modelId="{72C2077A-5D8D-4277-AC06-F0F277FAE40D}" type="pres">
      <dgm:prSet presAssocID="{C7F88ECC-76D6-48EA-B04B-EDE187D270C7}" presName="sibTrans" presStyleCnt="0"/>
      <dgm:spPr/>
    </dgm:pt>
    <dgm:pt modelId="{76F9A00F-773B-4FD8-B12E-9D7602297A2F}" type="pres">
      <dgm:prSet presAssocID="{B7C85152-73E4-4796-B0D8-7B8583BC0182}" presName="node" presStyleLbl="node1" presStyleIdx="1" presStyleCnt="4">
        <dgm:presLayoutVars>
          <dgm:bulletEnabled val="1"/>
        </dgm:presLayoutVars>
      </dgm:prSet>
      <dgm:spPr/>
      <dgm:t>
        <a:bodyPr/>
        <a:lstStyle/>
        <a:p>
          <a:endParaRPr lang="en-US"/>
        </a:p>
      </dgm:t>
    </dgm:pt>
    <dgm:pt modelId="{4C7C1EED-03DF-43CE-95EB-491FE0CD80E6}" type="pres">
      <dgm:prSet presAssocID="{34B030FB-9F04-46ED-BA9F-DF45D0F1FBD8}" presName="sibTrans" presStyleCnt="0"/>
      <dgm:spPr/>
    </dgm:pt>
    <dgm:pt modelId="{7EC78698-1800-45EB-96A4-FBA5F27132B5}" type="pres">
      <dgm:prSet presAssocID="{3793B2F1-E94C-4466-80BC-2F5D2F1C6AFA}" presName="node" presStyleLbl="node1" presStyleIdx="2" presStyleCnt="4">
        <dgm:presLayoutVars>
          <dgm:bulletEnabled val="1"/>
        </dgm:presLayoutVars>
      </dgm:prSet>
      <dgm:spPr/>
      <dgm:t>
        <a:bodyPr/>
        <a:lstStyle/>
        <a:p>
          <a:endParaRPr lang="en-US"/>
        </a:p>
      </dgm:t>
    </dgm:pt>
    <dgm:pt modelId="{F3757A4C-34D3-44D2-9BF9-4042AFA55632}" type="pres">
      <dgm:prSet presAssocID="{A6BACC62-8F6B-496C-B62E-E9485A1548CC}" presName="sibTrans" presStyleCnt="0"/>
      <dgm:spPr/>
    </dgm:pt>
    <dgm:pt modelId="{49B1BFCB-3746-436D-BFA7-080E8E83A150}" type="pres">
      <dgm:prSet presAssocID="{CC66E250-33D5-46D4-8B38-A6AB46EA9B27}" presName="node" presStyleLbl="node1" presStyleIdx="3" presStyleCnt="4">
        <dgm:presLayoutVars>
          <dgm:bulletEnabled val="1"/>
        </dgm:presLayoutVars>
      </dgm:prSet>
      <dgm:spPr/>
      <dgm:t>
        <a:bodyPr/>
        <a:lstStyle/>
        <a:p>
          <a:endParaRPr lang="en-US"/>
        </a:p>
      </dgm:t>
    </dgm:pt>
  </dgm:ptLst>
  <dgm:cxnLst>
    <dgm:cxn modelId="{5E44802F-515A-4584-874F-FE716311B6B9}" srcId="{C3B18D73-EB75-41FF-9665-756D82E0D3C3}" destId="{B7C85152-73E4-4796-B0D8-7B8583BC0182}" srcOrd="1" destOrd="0" parTransId="{23DF7E2A-FCD8-44E6-8720-364FCE0DB1DD}" sibTransId="{34B030FB-9F04-46ED-BA9F-DF45D0F1FBD8}"/>
    <dgm:cxn modelId="{8621F547-1772-438A-8E70-A8167B023A65}" type="presOf" srcId="{C3B18D73-EB75-41FF-9665-756D82E0D3C3}" destId="{C373B1AA-66BB-4015-BC04-BCE0966EA9B8}" srcOrd="0" destOrd="0" presId="urn:microsoft.com/office/officeart/2005/8/layout/default"/>
    <dgm:cxn modelId="{E73F358D-A303-4C6C-8239-591C54BE2C75}" type="presOf" srcId="{3DAF0B0C-BF12-4640-AD25-A543F6B3CA07}" destId="{E927DFE5-3EE7-4F15-82C3-3D71CA7A7157}" srcOrd="0" destOrd="0" presId="urn:microsoft.com/office/officeart/2005/8/layout/default"/>
    <dgm:cxn modelId="{EEDD8222-779C-427A-82B3-9D8CBA3F7C44}" type="presOf" srcId="{3793B2F1-E94C-4466-80BC-2F5D2F1C6AFA}" destId="{7EC78698-1800-45EB-96A4-FBA5F27132B5}" srcOrd="0" destOrd="0" presId="urn:microsoft.com/office/officeart/2005/8/layout/default"/>
    <dgm:cxn modelId="{2C17C713-F97B-4DAB-8714-8FB45DF3F276}" srcId="{C3B18D73-EB75-41FF-9665-756D82E0D3C3}" destId="{3793B2F1-E94C-4466-80BC-2F5D2F1C6AFA}" srcOrd="2" destOrd="0" parTransId="{41125127-D171-4F64-97AF-B626B7F9DC41}" sibTransId="{A6BACC62-8F6B-496C-B62E-E9485A1548CC}"/>
    <dgm:cxn modelId="{14FB9596-8B97-4B9B-8C6B-4384A1A98199}" type="presOf" srcId="{CC66E250-33D5-46D4-8B38-A6AB46EA9B27}" destId="{49B1BFCB-3746-436D-BFA7-080E8E83A150}" srcOrd="0" destOrd="0" presId="urn:microsoft.com/office/officeart/2005/8/layout/default"/>
    <dgm:cxn modelId="{603E652A-8973-434D-A06A-1648B892FE63}" srcId="{C3B18D73-EB75-41FF-9665-756D82E0D3C3}" destId="{3DAF0B0C-BF12-4640-AD25-A543F6B3CA07}" srcOrd="0" destOrd="0" parTransId="{4FCB7861-94B2-49DC-9981-CD2369E5EB97}" sibTransId="{C7F88ECC-76D6-48EA-B04B-EDE187D270C7}"/>
    <dgm:cxn modelId="{8600C28C-E0A9-456A-AE65-9227D88A59F0}" srcId="{C3B18D73-EB75-41FF-9665-756D82E0D3C3}" destId="{CC66E250-33D5-46D4-8B38-A6AB46EA9B27}" srcOrd="3" destOrd="0" parTransId="{4F66FC4A-FC37-4806-B941-5B99DEC56021}" sibTransId="{ECA148B3-FB47-4EDB-94B5-8305833B51AA}"/>
    <dgm:cxn modelId="{43B12306-F549-4C66-9050-4BC9FD58A68B}" type="presOf" srcId="{B7C85152-73E4-4796-B0D8-7B8583BC0182}" destId="{76F9A00F-773B-4FD8-B12E-9D7602297A2F}" srcOrd="0" destOrd="0" presId="urn:microsoft.com/office/officeart/2005/8/layout/default"/>
    <dgm:cxn modelId="{E5F9D537-CB4B-4529-8C16-9D5711E419DE}" type="presParOf" srcId="{C373B1AA-66BB-4015-BC04-BCE0966EA9B8}" destId="{E927DFE5-3EE7-4F15-82C3-3D71CA7A7157}" srcOrd="0" destOrd="0" presId="urn:microsoft.com/office/officeart/2005/8/layout/default"/>
    <dgm:cxn modelId="{0461CDA7-B56D-4B3E-84B7-891891228A95}" type="presParOf" srcId="{C373B1AA-66BB-4015-BC04-BCE0966EA9B8}" destId="{72C2077A-5D8D-4277-AC06-F0F277FAE40D}" srcOrd="1" destOrd="0" presId="urn:microsoft.com/office/officeart/2005/8/layout/default"/>
    <dgm:cxn modelId="{77EDB43A-7BB4-4212-B8C0-CF543B7460B8}" type="presParOf" srcId="{C373B1AA-66BB-4015-BC04-BCE0966EA9B8}" destId="{76F9A00F-773B-4FD8-B12E-9D7602297A2F}" srcOrd="2" destOrd="0" presId="urn:microsoft.com/office/officeart/2005/8/layout/default"/>
    <dgm:cxn modelId="{4EF54A69-EEFB-4B96-9BAF-657CEEAE42FE}" type="presParOf" srcId="{C373B1AA-66BB-4015-BC04-BCE0966EA9B8}" destId="{4C7C1EED-03DF-43CE-95EB-491FE0CD80E6}" srcOrd="3" destOrd="0" presId="urn:microsoft.com/office/officeart/2005/8/layout/default"/>
    <dgm:cxn modelId="{CC3AE38B-6412-4955-8073-24E0CB1C98FB}" type="presParOf" srcId="{C373B1AA-66BB-4015-BC04-BCE0966EA9B8}" destId="{7EC78698-1800-45EB-96A4-FBA5F27132B5}" srcOrd="4" destOrd="0" presId="urn:microsoft.com/office/officeart/2005/8/layout/default"/>
    <dgm:cxn modelId="{2A7D8EF9-15B4-4257-ACF2-947B2E45F4E7}" type="presParOf" srcId="{C373B1AA-66BB-4015-BC04-BCE0966EA9B8}" destId="{F3757A4C-34D3-44D2-9BF9-4042AFA55632}" srcOrd="5" destOrd="0" presId="urn:microsoft.com/office/officeart/2005/8/layout/default"/>
    <dgm:cxn modelId="{EA74F21A-A533-47AC-B85E-BB13E84F5E32}" type="presParOf" srcId="{C373B1AA-66BB-4015-BC04-BCE0966EA9B8}" destId="{49B1BFCB-3746-436D-BFA7-080E8E83A150}"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3B18D73-EB75-41FF-9665-756D82E0D3C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DAF0B0C-BF12-4640-AD25-A543F6B3CA07}">
      <dgm:prSet phldrT="[Text]" custT="1"/>
      <dgm:spPr/>
      <dgm:t>
        <a:bodyPr/>
        <a:lstStyle/>
        <a:p>
          <a:r>
            <a:rPr lang="en-US" sz="6600" dirty="0" smtClean="0"/>
            <a:t>Modeling</a:t>
          </a:r>
          <a:endParaRPr lang="en-US" sz="6600" dirty="0"/>
        </a:p>
      </dgm:t>
    </dgm:pt>
    <dgm:pt modelId="{4FCB7861-94B2-49DC-9981-CD2369E5EB97}" type="parTrans" cxnId="{603E652A-8973-434D-A06A-1648B892FE63}">
      <dgm:prSet/>
      <dgm:spPr/>
      <dgm:t>
        <a:bodyPr/>
        <a:lstStyle/>
        <a:p>
          <a:endParaRPr lang="en-US"/>
        </a:p>
      </dgm:t>
    </dgm:pt>
    <dgm:pt modelId="{C7F88ECC-76D6-48EA-B04B-EDE187D270C7}" type="sibTrans" cxnId="{603E652A-8973-434D-A06A-1648B892FE63}">
      <dgm:prSet/>
      <dgm:spPr/>
      <dgm:t>
        <a:bodyPr/>
        <a:lstStyle/>
        <a:p>
          <a:endParaRPr lang="en-US"/>
        </a:p>
      </dgm:t>
    </dgm:pt>
    <dgm:pt modelId="{B7C85152-73E4-4796-B0D8-7B8583BC0182}">
      <dgm:prSet phldrT="[Text]" custT="1"/>
      <dgm:spPr/>
      <dgm:t>
        <a:bodyPr/>
        <a:lstStyle/>
        <a:p>
          <a:r>
            <a:rPr lang="en-US" sz="8000" dirty="0" smtClean="0"/>
            <a:t>Guided Practice</a:t>
          </a:r>
          <a:endParaRPr lang="en-US" sz="8000" dirty="0"/>
        </a:p>
      </dgm:t>
    </dgm:pt>
    <dgm:pt modelId="{23DF7E2A-FCD8-44E6-8720-364FCE0DB1DD}" type="parTrans" cxnId="{5E44802F-515A-4584-874F-FE716311B6B9}">
      <dgm:prSet/>
      <dgm:spPr/>
      <dgm:t>
        <a:bodyPr/>
        <a:lstStyle/>
        <a:p>
          <a:endParaRPr lang="en-US"/>
        </a:p>
      </dgm:t>
    </dgm:pt>
    <dgm:pt modelId="{34B030FB-9F04-46ED-BA9F-DF45D0F1FBD8}" type="sibTrans" cxnId="{5E44802F-515A-4584-874F-FE716311B6B9}">
      <dgm:prSet/>
      <dgm:spPr/>
      <dgm:t>
        <a:bodyPr/>
        <a:lstStyle/>
        <a:p>
          <a:endParaRPr lang="en-US"/>
        </a:p>
      </dgm:t>
    </dgm:pt>
    <dgm:pt modelId="{3793B2F1-E94C-4466-80BC-2F5D2F1C6AFA}">
      <dgm:prSet phldrT="[Text]" custT="1"/>
      <dgm:spPr/>
      <dgm:t>
        <a:bodyPr/>
        <a:lstStyle/>
        <a:p>
          <a:r>
            <a:rPr lang="en-US" sz="6600" dirty="0" smtClean="0"/>
            <a:t>Peer practice</a:t>
          </a:r>
          <a:endParaRPr lang="en-US" sz="6600" dirty="0"/>
        </a:p>
      </dgm:t>
    </dgm:pt>
    <dgm:pt modelId="{41125127-D171-4F64-97AF-B626B7F9DC41}" type="parTrans" cxnId="{2C17C713-F97B-4DAB-8714-8FB45DF3F276}">
      <dgm:prSet/>
      <dgm:spPr/>
      <dgm:t>
        <a:bodyPr/>
        <a:lstStyle/>
        <a:p>
          <a:endParaRPr lang="en-US"/>
        </a:p>
      </dgm:t>
    </dgm:pt>
    <dgm:pt modelId="{A6BACC62-8F6B-496C-B62E-E9485A1548CC}" type="sibTrans" cxnId="{2C17C713-F97B-4DAB-8714-8FB45DF3F276}">
      <dgm:prSet/>
      <dgm:spPr/>
      <dgm:t>
        <a:bodyPr/>
        <a:lstStyle/>
        <a:p>
          <a:endParaRPr lang="en-US"/>
        </a:p>
      </dgm:t>
    </dgm:pt>
    <dgm:pt modelId="{CC66E250-33D5-46D4-8B38-A6AB46EA9B27}">
      <dgm:prSet phldrT="[Text]" custT="1"/>
      <dgm:spPr/>
      <dgm:t>
        <a:bodyPr/>
        <a:lstStyle/>
        <a:p>
          <a:r>
            <a:rPr lang="en-US" sz="4800" b="1" i="0" dirty="0" smtClean="0"/>
            <a:t>Independent Practice</a:t>
          </a:r>
          <a:endParaRPr lang="en-US" sz="4800" dirty="0"/>
        </a:p>
      </dgm:t>
    </dgm:pt>
    <dgm:pt modelId="{4F66FC4A-FC37-4806-B941-5B99DEC56021}" type="parTrans" cxnId="{8600C28C-E0A9-456A-AE65-9227D88A59F0}">
      <dgm:prSet/>
      <dgm:spPr/>
      <dgm:t>
        <a:bodyPr/>
        <a:lstStyle/>
        <a:p>
          <a:endParaRPr lang="en-US"/>
        </a:p>
      </dgm:t>
    </dgm:pt>
    <dgm:pt modelId="{ECA148B3-FB47-4EDB-94B5-8305833B51AA}" type="sibTrans" cxnId="{8600C28C-E0A9-456A-AE65-9227D88A59F0}">
      <dgm:prSet/>
      <dgm:spPr/>
      <dgm:t>
        <a:bodyPr/>
        <a:lstStyle/>
        <a:p>
          <a:endParaRPr lang="en-US"/>
        </a:p>
      </dgm:t>
    </dgm:pt>
    <dgm:pt modelId="{C373B1AA-66BB-4015-BC04-BCE0966EA9B8}" type="pres">
      <dgm:prSet presAssocID="{C3B18D73-EB75-41FF-9665-756D82E0D3C3}" presName="diagram" presStyleCnt="0">
        <dgm:presLayoutVars>
          <dgm:dir/>
          <dgm:resizeHandles val="exact"/>
        </dgm:presLayoutVars>
      </dgm:prSet>
      <dgm:spPr/>
      <dgm:t>
        <a:bodyPr/>
        <a:lstStyle/>
        <a:p>
          <a:endParaRPr lang="en-US"/>
        </a:p>
      </dgm:t>
    </dgm:pt>
    <dgm:pt modelId="{E927DFE5-3EE7-4F15-82C3-3D71CA7A7157}" type="pres">
      <dgm:prSet presAssocID="{3DAF0B0C-BF12-4640-AD25-A543F6B3CA07}" presName="node" presStyleLbl="node1" presStyleIdx="0" presStyleCnt="4">
        <dgm:presLayoutVars>
          <dgm:bulletEnabled val="1"/>
        </dgm:presLayoutVars>
      </dgm:prSet>
      <dgm:spPr/>
      <dgm:t>
        <a:bodyPr/>
        <a:lstStyle/>
        <a:p>
          <a:endParaRPr lang="en-US"/>
        </a:p>
      </dgm:t>
    </dgm:pt>
    <dgm:pt modelId="{72C2077A-5D8D-4277-AC06-F0F277FAE40D}" type="pres">
      <dgm:prSet presAssocID="{C7F88ECC-76D6-48EA-B04B-EDE187D270C7}" presName="sibTrans" presStyleCnt="0"/>
      <dgm:spPr/>
    </dgm:pt>
    <dgm:pt modelId="{76F9A00F-773B-4FD8-B12E-9D7602297A2F}" type="pres">
      <dgm:prSet presAssocID="{B7C85152-73E4-4796-B0D8-7B8583BC0182}" presName="node" presStyleLbl="node1" presStyleIdx="1" presStyleCnt="4">
        <dgm:presLayoutVars>
          <dgm:bulletEnabled val="1"/>
        </dgm:presLayoutVars>
      </dgm:prSet>
      <dgm:spPr/>
      <dgm:t>
        <a:bodyPr/>
        <a:lstStyle/>
        <a:p>
          <a:endParaRPr lang="en-US"/>
        </a:p>
      </dgm:t>
    </dgm:pt>
    <dgm:pt modelId="{4C7C1EED-03DF-43CE-95EB-491FE0CD80E6}" type="pres">
      <dgm:prSet presAssocID="{34B030FB-9F04-46ED-BA9F-DF45D0F1FBD8}" presName="sibTrans" presStyleCnt="0"/>
      <dgm:spPr/>
    </dgm:pt>
    <dgm:pt modelId="{7EC78698-1800-45EB-96A4-FBA5F27132B5}" type="pres">
      <dgm:prSet presAssocID="{3793B2F1-E94C-4466-80BC-2F5D2F1C6AFA}" presName="node" presStyleLbl="node1" presStyleIdx="2" presStyleCnt="4">
        <dgm:presLayoutVars>
          <dgm:bulletEnabled val="1"/>
        </dgm:presLayoutVars>
      </dgm:prSet>
      <dgm:spPr/>
      <dgm:t>
        <a:bodyPr/>
        <a:lstStyle/>
        <a:p>
          <a:endParaRPr lang="en-US"/>
        </a:p>
      </dgm:t>
    </dgm:pt>
    <dgm:pt modelId="{F3757A4C-34D3-44D2-9BF9-4042AFA55632}" type="pres">
      <dgm:prSet presAssocID="{A6BACC62-8F6B-496C-B62E-E9485A1548CC}" presName="sibTrans" presStyleCnt="0"/>
      <dgm:spPr/>
    </dgm:pt>
    <dgm:pt modelId="{49B1BFCB-3746-436D-BFA7-080E8E83A150}" type="pres">
      <dgm:prSet presAssocID="{CC66E250-33D5-46D4-8B38-A6AB46EA9B27}" presName="node" presStyleLbl="node1" presStyleIdx="3" presStyleCnt="4">
        <dgm:presLayoutVars>
          <dgm:bulletEnabled val="1"/>
        </dgm:presLayoutVars>
      </dgm:prSet>
      <dgm:spPr/>
      <dgm:t>
        <a:bodyPr/>
        <a:lstStyle/>
        <a:p>
          <a:endParaRPr lang="en-US"/>
        </a:p>
      </dgm:t>
    </dgm:pt>
  </dgm:ptLst>
  <dgm:cxnLst>
    <dgm:cxn modelId="{5E44802F-515A-4584-874F-FE716311B6B9}" srcId="{C3B18D73-EB75-41FF-9665-756D82E0D3C3}" destId="{B7C85152-73E4-4796-B0D8-7B8583BC0182}" srcOrd="1" destOrd="0" parTransId="{23DF7E2A-FCD8-44E6-8720-364FCE0DB1DD}" sibTransId="{34B030FB-9F04-46ED-BA9F-DF45D0F1FBD8}"/>
    <dgm:cxn modelId="{7345B64C-F1A9-477F-BFAE-E5FF2C93A340}" type="presOf" srcId="{CC66E250-33D5-46D4-8B38-A6AB46EA9B27}" destId="{49B1BFCB-3746-436D-BFA7-080E8E83A150}" srcOrd="0" destOrd="0" presId="urn:microsoft.com/office/officeart/2005/8/layout/default"/>
    <dgm:cxn modelId="{19E200AD-CA91-4B2D-A930-FCA142C0631B}" type="presOf" srcId="{B7C85152-73E4-4796-B0D8-7B8583BC0182}" destId="{76F9A00F-773B-4FD8-B12E-9D7602297A2F}" srcOrd="0" destOrd="0" presId="urn:microsoft.com/office/officeart/2005/8/layout/default"/>
    <dgm:cxn modelId="{A0F7E998-DF5E-45DC-8803-F08DDD7178AA}" type="presOf" srcId="{3793B2F1-E94C-4466-80BC-2F5D2F1C6AFA}" destId="{7EC78698-1800-45EB-96A4-FBA5F27132B5}" srcOrd="0" destOrd="0" presId="urn:microsoft.com/office/officeart/2005/8/layout/default"/>
    <dgm:cxn modelId="{91E97CE4-D67E-47EC-909D-1BCB6D7286F5}" type="presOf" srcId="{3DAF0B0C-BF12-4640-AD25-A543F6B3CA07}" destId="{E927DFE5-3EE7-4F15-82C3-3D71CA7A7157}" srcOrd="0" destOrd="0" presId="urn:microsoft.com/office/officeart/2005/8/layout/default"/>
    <dgm:cxn modelId="{2C17C713-F97B-4DAB-8714-8FB45DF3F276}" srcId="{C3B18D73-EB75-41FF-9665-756D82E0D3C3}" destId="{3793B2F1-E94C-4466-80BC-2F5D2F1C6AFA}" srcOrd="2" destOrd="0" parTransId="{41125127-D171-4F64-97AF-B626B7F9DC41}" sibTransId="{A6BACC62-8F6B-496C-B62E-E9485A1548CC}"/>
    <dgm:cxn modelId="{603E652A-8973-434D-A06A-1648B892FE63}" srcId="{C3B18D73-EB75-41FF-9665-756D82E0D3C3}" destId="{3DAF0B0C-BF12-4640-AD25-A543F6B3CA07}" srcOrd="0" destOrd="0" parTransId="{4FCB7861-94B2-49DC-9981-CD2369E5EB97}" sibTransId="{C7F88ECC-76D6-48EA-B04B-EDE187D270C7}"/>
    <dgm:cxn modelId="{8600C28C-E0A9-456A-AE65-9227D88A59F0}" srcId="{C3B18D73-EB75-41FF-9665-756D82E0D3C3}" destId="{CC66E250-33D5-46D4-8B38-A6AB46EA9B27}" srcOrd="3" destOrd="0" parTransId="{4F66FC4A-FC37-4806-B941-5B99DEC56021}" sibTransId="{ECA148B3-FB47-4EDB-94B5-8305833B51AA}"/>
    <dgm:cxn modelId="{3E5E88A2-425E-4DA8-A4ED-FE5FC12F0D38}" type="presOf" srcId="{C3B18D73-EB75-41FF-9665-756D82E0D3C3}" destId="{C373B1AA-66BB-4015-BC04-BCE0966EA9B8}" srcOrd="0" destOrd="0" presId="urn:microsoft.com/office/officeart/2005/8/layout/default"/>
    <dgm:cxn modelId="{CB61CEE6-DB5A-4BB6-B7DC-88270D96AFCE}" type="presParOf" srcId="{C373B1AA-66BB-4015-BC04-BCE0966EA9B8}" destId="{E927DFE5-3EE7-4F15-82C3-3D71CA7A7157}" srcOrd="0" destOrd="0" presId="urn:microsoft.com/office/officeart/2005/8/layout/default"/>
    <dgm:cxn modelId="{D1D7A51C-3E31-40CA-A925-4AE1D6DC90BD}" type="presParOf" srcId="{C373B1AA-66BB-4015-BC04-BCE0966EA9B8}" destId="{72C2077A-5D8D-4277-AC06-F0F277FAE40D}" srcOrd="1" destOrd="0" presId="urn:microsoft.com/office/officeart/2005/8/layout/default"/>
    <dgm:cxn modelId="{B6874929-CA32-4D44-AE91-2BE76BC5A32F}" type="presParOf" srcId="{C373B1AA-66BB-4015-BC04-BCE0966EA9B8}" destId="{76F9A00F-773B-4FD8-B12E-9D7602297A2F}" srcOrd="2" destOrd="0" presId="urn:microsoft.com/office/officeart/2005/8/layout/default"/>
    <dgm:cxn modelId="{56306FEE-6D0E-452E-B858-EFE419426FC4}" type="presParOf" srcId="{C373B1AA-66BB-4015-BC04-BCE0966EA9B8}" destId="{4C7C1EED-03DF-43CE-95EB-491FE0CD80E6}" srcOrd="3" destOrd="0" presId="urn:microsoft.com/office/officeart/2005/8/layout/default"/>
    <dgm:cxn modelId="{6B04D662-10B3-4726-A333-9D9352CA3323}" type="presParOf" srcId="{C373B1AA-66BB-4015-BC04-BCE0966EA9B8}" destId="{7EC78698-1800-45EB-96A4-FBA5F27132B5}" srcOrd="4" destOrd="0" presId="urn:microsoft.com/office/officeart/2005/8/layout/default"/>
    <dgm:cxn modelId="{8EA6AE9F-0547-4198-B18E-8508F4D3D7F5}" type="presParOf" srcId="{C373B1AA-66BB-4015-BC04-BCE0966EA9B8}" destId="{F3757A4C-34D3-44D2-9BF9-4042AFA55632}" srcOrd="5" destOrd="0" presId="urn:microsoft.com/office/officeart/2005/8/layout/default"/>
    <dgm:cxn modelId="{26D810EB-B029-466A-8D1A-AA1CD5CECE68}" type="presParOf" srcId="{C373B1AA-66BB-4015-BC04-BCE0966EA9B8}" destId="{49B1BFCB-3746-436D-BFA7-080E8E83A150}" srcOrd="6"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3B18D73-EB75-41FF-9665-756D82E0D3C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DAF0B0C-BF12-4640-AD25-A543F6B3CA07}">
      <dgm:prSet phldrT="[Text]" custT="1"/>
      <dgm:spPr/>
      <dgm:t>
        <a:bodyPr/>
        <a:lstStyle/>
        <a:p>
          <a:r>
            <a:rPr lang="en-US" sz="8800" b="1" i="0" dirty="0" smtClean="0"/>
            <a:t>Leader</a:t>
          </a:r>
          <a:endParaRPr lang="en-US" sz="8800" dirty="0"/>
        </a:p>
      </dgm:t>
    </dgm:pt>
    <dgm:pt modelId="{4FCB7861-94B2-49DC-9981-CD2369E5EB97}" type="parTrans" cxnId="{603E652A-8973-434D-A06A-1648B892FE63}">
      <dgm:prSet/>
      <dgm:spPr/>
      <dgm:t>
        <a:bodyPr/>
        <a:lstStyle/>
        <a:p>
          <a:endParaRPr lang="en-US"/>
        </a:p>
      </dgm:t>
    </dgm:pt>
    <dgm:pt modelId="{C7F88ECC-76D6-48EA-B04B-EDE187D270C7}" type="sibTrans" cxnId="{603E652A-8973-434D-A06A-1648B892FE63}">
      <dgm:prSet/>
      <dgm:spPr/>
      <dgm:t>
        <a:bodyPr/>
        <a:lstStyle/>
        <a:p>
          <a:endParaRPr lang="en-US"/>
        </a:p>
      </dgm:t>
    </dgm:pt>
    <dgm:pt modelId="{B7C85152-73E4-4796-B0D8-7B8583BC0182}">
      <dgm:prSet phldrT="[Text]" custT="1"/>
      <dgm:spPr/>
      <dgm:t>
        <a:bodyPr/>
        <a:lstStyle/>
        <a:p>
          <a:r>
            <a:rPr lang="en-US" sz="6600" dirty="0" smtClean="0"/>
            <a:t>Facilitator</a:t>
          </a:r>
          <a:endParaRPr lang="en-US" sz="6600" dirty="0"/>
        </a:p>
      </dgm:t>
    </dgm:pt>
    <dgm:pt modelId="{23DF7E2A-FCD8-44E6-8720-364FCE0DB1DD}" type="parTrans" cxnId="{5E44802F-515A-4584-874F-FE716311B6B9}">
      <dgm:prSet/>
      <dgm:spPr/>
      <dgm:t>
        <a:bodyPr/>
        <a:lstStyle/>
        <a:p>
          <a:endParaRPr lang="en-US"/>
        </a:p>
      </dgm:t>
    </dgm:pt>
    <dgm:pt modelId="{34B030FB-9F04-46ED-BA9F-DF45D0F1FBD8}" type="sibTrans" cxnId="{5E44802F-515A-4584-874F-FE716311B6B9}">
      <dgm:prSet/>
      <dgm:spPr/>
      <dgm:t>
        <a:bodyPr/>
        <a:lstStyle/>
        <a:p>
          <a:endParaRPr lang="en-US"/>
        </a:p>
      </dgm:t>
    </dgm:pt>
    <dgm:pt modelId="{3793B2F1-E94C-4466-80BC-2F5D2F1C6AFA}">
      <dgm:prSet phldrT="[Text]" custT="1"/>
      <dgm:spPr/>
      <dgm:t>
        <a:bodyPr/>
        <a:lstStyle/>
        <a:p>
          <a:r>
            <a:rPr lang="en-US" sz="6600" b="1" i="0" dirty="0" smtClean="0"/>
            <a:t>Recorder</a:t>
          </a:r>
          <a:endParaRPr lang="en-US" sz="6600" dirty="0"/>
        </a:p>
      </dgm:t>
    </dgm:pt>
    <dgm:pt modelId="{41125127-D171-4F64-97AF-B626B7F9DC41}" type="parTrans" cxnId="{2C17C713-F97B-4DAB-8714-8FB45DF3F276}">
      <dgm:prSet/>
      <dgm:spPr/>
      <dgm:t>
        <a:bodyPr/>
        <a:lstStyle/>
        <a:p>
          <a:endParaRPr lang="en-US"/>
        </a:p>
      </dgm:t>
    </dgm:pt>
    <dgm:pt modelId="{A6BACC62-8F6B-496C-B62E-E9485A1548CC}" type="sibTrans" cxnId="{2C17C713-F97B-4DAB-8714-8FB45DF3F276}">
      <dgm:prSet/>
      <dgm:spPr/>
      <dgm:t>
        <a:bodyPr/>
        <a:lstStyle/>
        <a:p>
          <a:endParaRPr lang="en-US"/>
        </a:p>
      </dgm:t>
    </dgm:pt>
    <dgm:pt modelId="{CC66E250-33D5-46D4-8B38-A6AB46EA9B27}">
      <dgm:prSet phldrT="[Text]" custT="1"/>
      <dgm:spPr/>
      <dgm:t>
        <a:bodyPr/>
        <a:lstStyle/>
        <a:p>
          <a:r>
            <a:rPr lang="en-US" sz="6000" dirty="0" smtClean="0"/>
            <a:t>Members</a:t>
          </a:r>
          <a:endParaRPr lang="en-US" sz="6000" dirty="0"/>
        </a:p>
      </dgm:t>
    </dgm:pt>
    <dgm:pt modelId="{4F66FC4A-FC37-4806-B941-5B99DEC56021}" type="parTrans" cxnId="{8600C28C-E0A9-456A-AE65-9227D88A59F0}">
      <dgm:prSet/>
      <dgm:spPr/>
      <dgm:t>
        <a:bodyPr/>
        <a:lstStyle/>
        <a:p>
          <a:endParaRPr lang="en-US"/>
        </a:p>
      </dgm:t>
    </dgm:pt>
    <dgm:pt modelId="{ECA148B3-FB47-4EDB-94B5-8305833B51AA}" type="sibTrans" cxnId="{8600C28C-E0A9-456A-AE65-9227D88A59F0}">
      <dgm:prSet/>
      <dgm:spPr/>
      <dgm:t>
        <a:bodyPr/>
        <a:lstStyle/>
        <a:p>
          <a:endParaRPr lang="en-US"/>
        </a:p>
      </dgm:t>
    </dgm:pt>
    <dgm:pt modelId="{C373B1AA-66BB-4015-BC04-BCE0966EA9B8}" type="pres">
      <dgm:prSet presAssocID="{C3B18D73-EB75-41FF-9665-756D82E0D3C3}" presName="diagram" presStyleCnt="0">
        <dgm:presLayoutVars>
          <dgm:dir/>
          <dgm:resizeHandles val="exact"/>
        </dgm:presLayoutVars>
      </dgm:prSet>
      <dgm:spPr/>
      <dgm:t>
        <a:bodyPr/>
        <a:lstStyle/>
        <a:p>
          <a:endParaRPr lang="en-US"/>
        </a:p>
      </dgm:t>
    </dgm:pt>
    <dgm:pt modelId="{E927DFE5-3EE7-4F15-82C3-3D71CA7A7157}" type="pres">
      <dgm:prSet presAssocID="{3DAF0B0C-BF12-4640-AD25-A543F6B3CA07}" presName="node" presStyleLbl="node1" presStyleIdx="0" presStyleCnt="4">
        <dgm:presLayoutVars>
          <dgm:bulletEnabled val="1"/>
        </dgm:presLayoutVars>
      </dgm:prSet>
      <dgm:spPr/>
      <dgm:t>
        <a:bodyPr/>
        <a:lstStyle/>
        <a:p>
          <a:endParaRPr lang="en-US"/>
        </a:p>
      </dgm:t>
    </dgm:pt>
    <dgm:pt modelId="{72C2077A-5D8D-4277-AC06-F0F277FAE40D}" type="pres">
      <dgm:prSet presAssocID="{C7F88ECC-76D6-48EA-B04B-EDE187D270C7}" presName="sibTrans" presStyleCnt="0"/>
      <dgm:spPr/>
    </dgm:pt>
    <dgm:pt modelId="{76F9A00F-773B-4FD8-B12E-9D7602297A2F}" type="pres">
      <dgm:prSet presAssocID="{B7C85152-73E4-4796-B0D8-7B8583BC0182}" presName="node" presStyleLbl="node1" presStyleIdx="1" presStyleCnt="4">
        <dgm:presLayoutVars>
          <dgm:bulletEnabled val="1"/>
        </dgm:presLayoutVars>
      </dgm:prSet>
      <dgm:spPr/>
      <dgm:t>
        <a:bodyPr/>
        <a:lstStyle/>
        <a:p>
          <a:endParaRPr lang="en-US"/>
        </a:p>
      </dgm:t>
    </dgm:pt>
    <dgm:pt modelId="{4C7C1EED-03DF-43CE-95EB-491FE0CD80E6}" type="pres">
      <dgm:prSet presAssocID="{34B030FB-9F04-46ED-BA9F-DF45D0F1FBD8}" presName="sibTrans" presStyleCnt="0"/>
      <dgm:spPr/>
    </dgm:pt>
    <dgm:pt modelId="{7EC78698-1800-45EB-96A4-FBA5F27132B5}" type="pres">
      <dgm:prSet presAssocID="{3793B2F1-E94C-4466-80BC-2F5D2F1C6AFA}" presName="node" presStyleLbl="node1" presStyleIdx="2" presStyleCnt="4">
        <dgm:presLayoutVars>
          <dgm:bulletEnabled val="1"/>
        </dgm:presLayoutVars>
      </dgm:prSet>
      <dgm:spPr/>
      <dgm:t>
        <a:bodyPr/>
        <a:lstStyle/>
        <a:p>
          <a:endParaRPr lang="en-US"/>
        </a:p>
      </dgm:t>
    </dgm:pt>
    <dgm:pt modelId="{F3757A4C-34D3-44D2-9BF9-4042AFA55632}" type="pres">
      <dgm:prSet presAssocID="{A6BACC62-8F6B-496C-B62E-E9485A1548CC}" presName="sibTrans" presStyleCnt="0"/>
      <dgm:spPr/>
    </dgm:pt>
    <dgm:pt modelId="{49B1BFCB-3746-436D-BFA7-080E8E83A150}" type="pres">
      <dgm:prSet presAssocID="{CC66E250-33D5-46D4-8B38-A6AB46EA9B27}" presName="node" presStyleLbl="node1" presStyleIdx="3" presStyleCnt="4">
        <dgm:presLayoutVars>
          <dgm:bulletEnabled val="1"/>
        </dgm:presLayoutVars>
      </dgm:prSet>
      <dgm:spPr/>
      <dgm:t>
        <a:bodyPr/>
        <a:lstStyle/>
        <a:p>
          <a:endParaRPr lang="en-US"/>
        </a:p>
      </dgm:t>
    </dgm:pt>
  </dgm:ptLst>
  <dgm:cxnLst>
    <dgm:cxn modelId="{5E44802F-515A-4584-874F-FE716311B6B9}" srcId="{C3B18D73-EB75-41FF-9665-756D82E0D3C3}" destId="{B7C85152-73E4-4796-B0D8-7B8583BC0182}" srcOrd="1" destOrd="0" parTransId="{23DF7E2A-FCD8-44E6-8720-364FCE0DB1DD}" sibTransId="{34B030FB-9F04-46ED-BA9F-DF45D0F1FBD8}"/>
    <dgm:cxn modelId="{BFCF17AD-0E00-41F2-AE5E-5F5C658F602E}" type="presOf" srcId="{3DAF0B0C-BF12-4640-AD25-A543F6B3CA07}" destId="{E927DFE5-3EE7-4F15-82C3-3D71CA7A7157}" srcOrd="0" destOrd="0" presId="urn:microsoft.com/office/officeart/2005/8/layout/default"/>
    <dgm:cxn modelId="{487E9758-8EAE-4FB2-BE0A-4A635380EE36}" type="presOf" srcId="{B7C85152-73E4-4796-B0D8-7B8583BC0182}" destId="{76F9A00F-773B-4FD8-B12E-9D7602297A2F}" srcOrd="0" destOrd="0" presId="urn:microsoft.com/office/officeart/2005/8/layout/default"/>
    <dgm:cxn modelId="{F1F1D592-70B3-44D6-BB8B-4E951E7163DD}" type="presOf" srcId="{CC66E250-33D5-46D4-8B38-A6AB46EA9B27}" destId="{49B1BFCB-3746-436D-BFA7-080E8E83A150}" srcOrd="0" destOrd="0" presId="urn:microsoft.com/office/officeart/2005/8/layout/default"/>
    <dgm:cxn modelId="{27D0DB35-8E59-472D-9824-5E1790AE8857}" type="presOf" srcId="{3793B2F1-E94C-4466-80BC-2F5D2F1C6AFA}" destId="{7EC78698-1800-45EB-96A4-FBA5F27132B5}" srcOrd="0" destOrd="0" presId="urn:microsoft.com/office/officeart/2005/8/layout/default"/>
    <dgm:cxn modelId="{2C17C713-F97B-4DAB-8714-8FB45DF3F276}" srcId="{C3B18D73-EB75-41FF-9665-756D82E0D3C3}" destId="{3793B2F1-E94C-4466-80BC-2F5D2F1C6AFA}" srcOrd="2" destOrd="0" parTransId="{41125127-D171-4F64-97AF-B626B7F9DC41}" sibTransId="{A6BACC62-8F6B-496C-B62E-E9485A1548CC}"/>
    <dgm:cxn modelId="{5F2C6461-0799-476D-A690-BB44AF8C92E4}" type="presOf" srcId="{C3B18D73-EB75-41FF-9665-756D82E0D3C3}" destId="{C373B1AA-66BB-4015-BC04-BCE0966EA9B8}" srcOrd="0" destOrd="0" presId="urn:microsoft.com/office/officeart/2005/8/layout/default"/>
    <dgm:cxn modelId="{603E652A-8973-434D-A06A-1648B892FE63}" srcId="{C3B18D73-EB75-41FF-9665-756D82E0D3C3}" destId="{3DAF0B0C-BF12-4640-AD25-A543F6B3CA07}" srcOrd="0" destOrd="0" parTransId="{4FCB7861-94B2-49DC-9981-CD2369E5EB97}" sibTransId="{C7F88ECC-76D6-48EA-B04B-EDE187D270C7}"/>
    <dgm:cxn modelId="{8600C28C-E0A9-456A-AE65-9227D88A59F0}" srcId="{C3B18D73-EB75-41FF-9665-756D82E0D3C3}" destId="{CC66E250-33D5-46D4-8B38-A6AB46EA9B27}" srcOrd="3" destOrd="0" parTransId="{4F66FC4A-FC37-4806-B941-5B99DEC56021}" sibTransId="{ECA148B3-FB47-4EDB-94B5-8305833B51AA}"/>
    <dgm:cxn modelId="{9E6911D3-5D1F-4438-86BC-CA836D99D4E1}" type="presParOf" srcId="{C373B1AA-66BB-4015-BC04-BCE0966EA9B8}" destId="{E927DFE5-3EE7-4F15-82C3-3D71CA7A7157}" srcOrd="0" destOrd="0" presId="urn:microsoft.com/office/officeart/2005/8/layout/default"/>
    <dgm:cxn modelId="{6829A204-579B-4EAE-B9FD-CA4F6EF8875C}" type="presParOf" srcId="{C373B1AA-66BB-4015-BC04-BCE0966EA9B8}" destId="{72C2077A-5D8D-4277-AC06-F0F277FAE40D}" srcOrd="1" destOrd="0" presId="urn:microsoft.com/office/officeart/2005/8/layout/default"/>
    <dgm:cxn modelId="{30FB375B-6CFC-42BA-A96A-007E3BAC751A}" type="presParOf" srcId="{C373B1AA-66BB-4015-BC04-BCE0966EA9B8}" destId="{76F9A00F-773B-4FD8-B12E-9D7602297A2F}" srcOrd="2" destOrd="0" presId="urn:microsoft.com/office/officeart/2005/8/layout/default"/>
    <dgm:cxn modelId="{BBF6F7D1-8EC0-4880-807E-5163149CD735}" type="presParOf" srcId="{C373B1AA-66BB-4015-BC04-BCE0966EA9B8}" destId="{4C7C1EED-03DF-43CE-95EB-491FE0CD80E6}" srcOrd="3" destOrd="0" presId="urn:microsoft.com/office/officeart/2005/8/layout/default"/>
    <dgm:cxn modelId="{380992EC-BC91-453F-8653-1DE006DC340C}" type="presParOf" srcId="{C373B1AA-66BB-4015-BC04-BCE0966EA9B8}" destId="{7EC78698-1800-45EB-96A4-FBA5F27132B5}" srcOrd="4" destOrd="0" presId="urn:microsoft.com/office/officeart/2005/8/layout/default"/>
    <dgm:cxn modelId="{A8738C29-3E70-4427-87A8-69F3135EFEDF}" type="presParOf" srcId="{C373B1AA-66BB-4015-BC04-BCE0966EA9B8}" destId="{F3757A4C-34D3-44D2-9BF9-4042AFA55632}" srcOrd="5" destOrd="0" presId="urn:microsoft.com/office/officeart/2005/8/layout/default"/>
    <dgm:cxn modelId="{7B9EB555-AD55-4B7E-8863-4D10DB6C900E}" type="presParOf" srcId="{C373B1AA-66BB-4015-BC04-BCE0966EA9B8}" destId="{49B1BFCB-3746-436D-BFA7-080E8E83A150}"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A16F03E-C3C4-46E6-B014-2AB0AA15BF52}"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4D2D3513-7B7D-4690-ADAD-E37DBAB49900}">
      <dgm:prSet phldrT="[Text]"/>
      <dgm:spPr/>
      <dgm:t>
        <a:bodyPr/>
        <a:lstStyle/>
        <a:p>
          <a:r>
            <a:rPr lang="en-US" dirty="0" smtClean="0"/>
            <a:t>VERTICALLY ORGANIZED TEAM</a:t>
          </a:r>
          <a:endParaRPr lang="en-US" dirty="0"/>
        </a:p>
      </dgm:t>
    </dgm:pt>
    <dgm:pt modelId="{0273C424-F029-47CB-87B2-C5E2C7624559}" type="parTrans" cxnId="{78E11995-997F-4A05-854D-C42F01D589FF}">
      <dgm:prSet/>
      <dgm:spPr/>
      <dgm:t>
        <a:bodyPr/>
        <a:lstStyle/>
        <a:p>
          <a:endParaRPr lang="en-US"/>
        </a:p>
      </dgm:t>
    </dgm:pt>
    <dgm:pt modelId="{EE73D759-F8A5-4719-9CBC-178FF02A5E04}" type="sibTrans" cxnId="{78E11995-997F-4A05-854D-C42F01D589FF}">
      <dgm:prSet/>
      <dgm:spPr/>
      <dgm:t>
        <a:bodyPr/>
        <a:lstStyle/>
        <a:p>
          <a:endParaRPr lang="en-US"/>
        </a:p>
      </dgm:t>
    </dgm:pt>
    <dgm:pt modelId="{A7232164-1656-4106-AAF2-74665D0BCC63}">
      <dgm:prSet phldrT="[Text]"/>
      <dgm:spPr/>
      <dgm:t>
        <a:bodyPr/>
        <a:lstStyle/>
        <a:p>
          <a:r>
            <a:rPr lang="en-US" dirty="0" smtClean="0"/>
            <a:t>HORIZONTALLY ORGANIZED TEAM</a:t>
          </a:r>
          <a:endParaRPr lang="en-US" dirty="0"/>
        </a:p>
      </dgm:t>
    </dgm:pt>
    <dgm:pt modelId="{75863B4B-4615-4CD9-B291-6D6F3DC8C1D7}" type="parTrans" cxnId="{65364C1D-E906-4B02-A2BE-167CDD771AF7}">
      <dgm:prSet/>
      <dgm:spPr/>
      <dgm:t>
        <a:bodyPr/>
        <a:lstStyle/>
        <a:p>
          <a:endParaRPr lang="en-US"/>
        </a:p>
      </dgm:t>
    </dgm:pt>
    <dgm:pt modelId="{FB94F533-9439-438C-9CCA-2DEACFEEF1E2}" type="sibTrans" cxnId="{65364C1D-E906-4B02-A2BE-167CDD771AF7}">
      <dgm:prSet/>
      <dgm:spPr/>
      <dgm:t>
        <a:bodyPr/>
        <a:lstStyle/>
        <a:p>
          <a:endParaRPr lang="en-US"/>
        </a:p>
      </dgm:t>
    </dgm:pt>
    <dgm:pt modelId="{8B19793C-EA09-4AFB-A203-FD23B36D7C9C}" type="pres">
      <dgm:prSet presAssocID="{FA16F03E-C3C4-46E6-B014-2AB0AA15BF52}" presName="diagram" presStyleCnt="0">
        <dgm:presLayoutVars>
          <dgm:dir/>
          <dgm:resizeHandles val="exact"/>
        </dgm:presLayoutVars>
      </dgm:prSet>
      <dgm:spPr/>
      <dgm:t>
        <a:bodyPr/>
        <a:lstStyle/>
        <a:p>
          <a:endParaRPr lang="en-PH"/>
        </a:p>
      </dgm:t>
    </dgm:pt>
    <dgm:pt modelId="{DEF3DE99-D1A6-4F46-BAAF-36B134B6A3FF}" type="pres">
      <dgm:prSet presAssocID="{4D2D3513-7B7D-4690-ADAD-E37DBAB49900}" presName="node" presStyleLbl="node1" presStyleIdx="0" presStyleCnt="2" custLinFactNeighborX="-88971" custLinFactNeighborY="-54206">
        <dgm:presLayoutVars>
          <dgm:bulletEnabled val="1"/>
        </dgm:presLayoutVars>
      </dgm:prSet>
      <dgm:spPr/>
      <dgm:t>
        <a:bodyPr/>
        <a:lstStyle/>
        <a:p>
          <a:endParaRPr lang="en-PH"/>
        </a:p>
      </dgm:t>
    </dgm:pt>
    <dgm:pt modelId="{F604C1A1-5124-49F6-B880-2F964E1D070F}" type="pres">
      <dgm:prSet presAssocID="{EE73D759-F8A5-4719-9CBC-178FF02A5E04}" presName="sibTrans" presStyleCnt="0"/>
      <dgm:spPr/>
    </dgm:pt>
    <dgm:pt modelId="{2F527D5A-5BC1-46C0-9A33-AD1B2D56EC13}" type="pres">
      <dgm:prSet presAssocID="{A7232164-1656-4106-AAF2-74665D0BCC63}" presName="node" presStyleLbl="node1" presStyleIdx="1" presStyleCnt="2" custLinFactNeighborX="-47524" custLinFactNeighborY="11984">
        <dgm:presLayoutVars>
          <dgm:bulletEnabled val="1"/>
        </dgm:presLayoutVars>
      </dgm:prSet>
      <dgm:spPr/>
      <dgm:t>
        <a:bodyPr/>
        <a:lstStyle/>
        <a:p>
          <a:endParaRPr lang="en-US"/>
        </a:p>
      </dgm:t>
    </dgm:pt>
  </dgm:ptLst>
  <dgm:cxnLst>
    <dgm:cxn modelId="{78E11995-997F-4A05-854D-C42F01D589FF}" srcId="{FA16F03E-C3C4-46E6-B014-2AB0AA15BF52}" destId="{4D2D3513-7B7D-4690-ADAD-E37DBAB49900}" srcOrd="0" destOrd="0" parTransId="{0273C424-F029-47CB-87B2-C5E2C7624559}" sibTransId="{EE73D759-F8A5-4719-9CBC-178FF02A5E04}"/>
    <dgm:cxn modelId="{C3D185B9-F6EB-4A9A-BD54-9AABCD77DA7B}" type="presOf" srcId="{A7232164-1656-4106-AAF2-74665D0BCC63}" destId="{2F527D5A-5BC1-46C0-9A33-AD1B2D56EC13}" srcOrd="0" destOrd="0" presId="urn:microsoft.com/office/officeart/2005/8/layout/default"/>
    <dgm:cxn modelId="{65364C1D-E906-4B02-A2BE-167CDD771AF7}" srcId="{FA16F03E-C3C4-46E6-B014-2AB0AA15BF52}" destId="{A7232164-1656-4106-AAF2-74665D0BCC63}" srcOrd="1" destOrd="0" parTransId="{75863B4B-4615-4CD9-B291-6D6F3DC8C1D7}" sibTransId="{FB94F533-9439-438C-9CCA-2DEACFEEF1E2}"/>
    <dgm:cxn modelId="{D9B32A1E-2BB2-48BE-B685-9E3EF0162EC5}" type="presOf" srcId="{4D2D3513-7B7D-4690-ADAD-E37DBAB49900}" destId="{DEF3DE99-D1A6-4F46-BAAF-36B134B6A3FF}" srcOrd="0" destOrd="0" presId="urn:microsoft.com/office/officeart/2005/8/layout/default"/>
    <dgm:cxn modelId="{30DDDB34-F01F-4C6A-B9F9-E1F454FDE78C}" type="presOf" srcId="{FA16F03E-C3C4-46E6-B014-2AB0AA15BF52}" destId="{8B19793C-EA09-4AFB-A203-FD23B36D7C9C}" srcOrd="0" destOrd="0" presId="urn:microsoft.com/office/officeart/2005/8/layout/default"/>
    <dgm:cxn modelId="{9F080D16-C415-41E2-B660-4AD2F9ECA70C}" type="presParOf" srcId="{8B19793C-EA09-4AFB-A203-FD23B36D7C9C}" destId="{DEF3DE99-D1A6-4F46-BAAF-36B134B6A3FF}" srcOrd="0" destOrd="0" presId="urn:microsoft.com/office/officeart/2005/8/layout/default"/>
    <dgm:cxn modelId="{3F10A6EE-BF0F-4073-8B4E-D1B552CB2896}" type="presParOf" srcId="{8B19793C-EA09-4AFB-A203-FD23B36D7C9C}" destId="{F604C1A1-5124-49F6-B880-2F964E1D070F}" srcOrd="1" destOrd="0" presId="urn:microsoft.com/office/officeart/2005/8/layout/default"/>
    <dgm:cxn modelId="{52C6FBCE-2DE7-4100-974B-BEC7299C9510}" type="presParOf" srcId="{8B19793C-EA09-4AFB-A203-FD23B36D7C9C}" destId="{2F527D5A-5BC1-46C0-9A33-AD1B2D56EC13}"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8A7C5F7-628B-4C87-905F-E2169014222C}"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0CCBE526-75B0-47C5-ADCE-43CC789244B8}">
      <dgm:prSet phldrT="[Text]" custT="1"/>
      <dgm:spPr/>
      <dgm:t>
        <a:bodyPr/>
        <a:lstStyle/>
        <a:p>
          <a:r>
            <a:rPr lang="en-US" sz="3200" b="1" dirty="0" smtClean="0">
              <a:latin typeface="Berlin Sans FB Demi" panose="020E0802020502020306" pitchFamily="34" charset="0"/>
            </a:rPr>
            <a:t>4 PILLARS of Education  (UNESCO)</a:t>
          </a:r>
          <a:endParaRPr lang="en-US" sz="3200" b="1" dirty="0">
            <a:latin typeface="Berlin Sans FB Demi" panose="020E0802020502020306" pitchFamily="34" charset="0"/>
          </a:endParaRPr>
        </a:p>
      </dgm:t>
    </dgm:pt>
    <dgm:pt modelId="{A99EC451-6CD4-4CEA-90EC-1931156E1F38}" type="parTrans" cxnId="{B704987F-702D-421D-94F0-D7E9B226DAC6}">
      <dgm:prSet/>
      <dgm:spPr/>
      <dgm:t>
        <a:bodyPr/>
        <a:lstStyle/>
        <a:p>
          <a:endParaRPr lang="en-US"/>
        </a:p>
      </dgm:t>
    </dgm:pt>
    <dgm:pt modelId="{ED6B67D2-1049-4744-B695-DDCD36D30033}" type="sibTrans" cxnId="{B704987F-702D-421D-94F0-D7E9B226DAC6}">
      <dgm:prSet/>
      <dgm:spPr/>
      <dgm:t>
        <a:bodyPr/>
        <a:lstStyle/>
        <a:p>
          <a:endParaRPr lang="en-US"/>
        </a:p>
      </dgm:t>
    </dgm:pt>
    <dgm:pt modelId="{337624A4-4F2A-471B-AF64-8039B3C6C919}">
      <dgm:prSet phldrT="[Text]"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sz="2800" b="1" dirty="0" smtClean="0">
              <a:latin typeface="Berlin Sans FB Demi" panose="020E0802020502020306" pitchFamily="34" charset="0"/>
            </a:rPr>
            <a:t>Know</a:t>
          </a:r>
        </a:p>
      </dgm:t>
    </dgm:pt>
    <dgm:pt modelId="{1CF14807-C282-4223-BF73-285A525B19E9}" type="parTrans" cxnId="{101145B5-2513-4228-9F7B-008D5F2DC044}">
      <dgm:prSet/>
      <dgm:spPr/>
      <dgm:t>
        <a:bodyPr/>
        <a:lstStyle/>
        <a:p>
          <a:endParaRPr lang="en-US"/>
        </a:p>
      </dgm:t>
    </dgm:pt>
    <dgm:pt modelId="{9C38E810-A742-484F-AC95-445E169EE982}" type="sibTrans" cxnId="{101145B5-2513-4228-9F7B-008D5F2DC044}">
      <dgm:prSet/>
      <dgm:spPr/>
      <dgm:t>
        <a:bodyPr/>
        <a:lstStyle/>
        <a:p>
          <a:endParaRPr lang="en-US"/>
        </a:p>
      </dgm:t>
    </dgm:pt>
    <dgm:pt modelId="{CC919F65-83FE-4D50-9D3C-A11043FBFA2D}">
      <dgm:prSet phldrT="[Text]" custT="1"/>
      <dgm:spPr/>
      <dgm:t>
        <a:bodyPr/>
        <a:lstStyle/>
        <a:p>
          <a:r>
            <a:rPr lang="en-US" sz="2400" b="1" i="0" dirty="0" smtClean="0">
              <a:latin typeface="Berlin Sans FB Demi" panose="020E0802020502020306" pitchFamily="34" charset="0"/>
            </a:rPr>
            <a:t>Knowledge</a:t>
          </a:r>
          <a:endParaRPr lang="en-US" sz="2400" b="1" dirty="0">
            <a:latin typeface="Berlin Sans FB Demi" panose="020E0802020502020306" pitchFamily="34" charset="0"/>
          </a:endParaRPr>
        </a:p>
      </dgm:t>
    </dgm:pt>
    <dgm:pt modelId="{18447A65-783A-4B7F-AC28-FDC7434728B6}" type="parTrans" cxnId="{A3FCC18B-4B82-44C6-BB06-96D0362F224C}">
      <dgm:prSet/>
      <dgm:spPr/>
      <dgm:t>
        <a:bodyPr/>
        <a:lstStyle/>
        <a:p>
          <a:endParaRPr lang="en-US"/>
        </a:p>
      </dgm:t>
    </dgm:pt>
    <dgm:pt modelId="{7CCDA2BF-5DBA-4A41-ACB9-95B16257A5E8}" type="sibTrans" cxnId="{A3FCC18B-4B82-44C6-BB06-96D0362F224C}">
      <dgm:prSet/>
      <dgm:spPr/>
      <dgm:t>
        <a:bodyPr/>
        <a:lstStyle/>
        <a:p>
          <a:endParaRPr lang="en-US"/>
        </a:p>
      </dgm:t>
    </dgm:pt>
    <dgm:pt modelId="{687DB899-6E59-4491-A8B7-FF91821EF0B3}">
      <dgm:prSet phldrT="[Text]" custT="1"/>
      <dgm:spPr/>
      <dgm:t>
        <a:bodyPr/>
        <a:lstStyle/>
        <a:p>
          <a:r>
            <a:rPr lang="en-US" sz="2800" b="1" dirty="0" smtClean="0">
              <a:latin typeface="Berlin Sans FB Demi" panose="020E0802020502020306" pitchFamily="34" charset="0"/>
            </a:rPr>
            <a:t>Do</a:t>
          </a:r>
          <a:endParaRPr lang="en-US" sz="2800" b="1" dirty="0">
            <a:latin typeface="Berlin Sans FB Demi" panose="020E0802020502020306" pitchFamily="34" charset="0"/>
          </a:endParaRPr>
        </a:p>
      </dgm:t>
    </dgm:pt>
    <dgm:pt modelId="{D32FDA8E-0486-4739-8481-4E6FA637FAF8}" type="parTrans" cxnId="{BF17F933-CBCD-4209-9F6F-794D36EC9AFD}">
      <dgm:prSet/>
      <dgm:spPr/>
      <dgm:t>
        <a:bodyPr/>
        <a:lstStyle/>
        <a:p>
          <a:endParaRPr lang="en-US"/>
        </a:p>
      </dgm:t>
    </dgm:pt>
    <dgm:pt modelId="{CA178280-DB58-40A9-9205-7672822592BA}" type="sibTrans" cxnId="{BF17F933-CBCD-4209-9F6F-794D36EC9AFD}">
      <dgm:prSet/>
      <dgm:spPr/>
      <dgm:t>
        <a:bodyPr/>
        <a:lstStyle/>
        <a:p>
          <a:endParaRPr lang="en-US"/>
        </a:p>
      </dgm:t>
    </dgm:pt>
    <dgm:pt modelId="{D1BB9278-81FE-4485-9008-FF417DA71176}">
      <dgm:prSet phldrT="[Text]" custT="1"/>
      <dgm:spPr/>
      <dgm:t>
        <a:bodyPr/>
        <a:lstStyle/>
        <a:p>
          <a:r>
            <a:rPr lang="en-US" sz="2800" b="1" dirty="0" smtClean="0">
              <a:latin typeface="Berlin Sans FB Demi" panose="020E0802020502020306" pitchFamily="34" charset="0"/>
            </a:rPr>
            <a:t>Be</a:t>
          </a:r>
          <a:endParaRPr lang="en-US" sz="2800" b="1" dirty="0">
            <a:latin typeface="Berlin Sans FB Demi" panose="020E0802020502020306" pitchFamily="34" charset="0"/>
          </a:endParaRPr>
        </a:p>
      </dgm:t>
    </dgm:pt>
    <dgm:pt modelId="{7944888C-8B97-47DE-9447-47D76E48EC64}" type="parTrans" cxnId="{DDD47E9C-A63C-443E-B8C8-1B837A412E2E}">
      <dgm:prSet/>
      <dgm:spPr/>
      <dgm:t>
        <a:bodyPr/>
        <a:lstStyle/>
        <a:p>
          <a:endParaRPr lang="en-US"/>
        </a:p>
      </dgm:t>
    </dgm:pt>
    <dgm:pt modelId="{DF2352BC-5718-4809-B2B6-5E4C0C76DAF6}" type="sibTrans" cxnId="{DDD47E9C-A63C-443E-B8C8-1B837A412E2E}">
      <dgm:prSet/>
      <dgm:spPr/>
      <dgm:t>
        <a:bodyPr/>
        <a:lstStyle/>
        <a:p>
          <a:endParaRPr lang="en-US"/>
        </a:p>
      </dgm:t>
    </dgm:pt>
    <dgm:pt modelId="{F1907F87-87DC-4CB1-8B35-EA2024EA7FF5}">
      <dgm:prSet phldrT="[Text]" custT="1"/>
      <dgm:spPr/>
      <dgm:t>
        <a:bodyPr/>
        <a:lstStyle/>
        <a:p>
          <a:r>
            <a:rPr lang="en-US" sz="2400" b="1" i="0" dirty="0" smtClean="0">
              <a:latin typeface="Berlin Sans FB Demi" panose="020E0802020502020306" pitchFamily="34" charset="0"/>
            </a:rPr>
            <a:t> Beliefs; values; be human</a:t>
          </a:r>
          <a:endParaRPr lang="en-US" sz="2400" b="1" dirty="0">
            <a:latin typeface="Berlin Sans FB Demi" panose="020E0802020502020306" pitchFamily="34" charset="0"/>
          </a:endParaRPr>
        </a:p>
      </dgm:t>
    </dgm:pt>
    <dgm:pt modelId="{02066C80-4F00-45F5-8E80-45E14F4D72FC}" type="parTrans" cxnId="{A6C1ACEB-8573-4412-BC7F-4FC965D608CB}">
      <dgm:prSet/>
      <dgm:spPr/>
      <dgm:t>
        <a:bodyPr/>
        <a:lstStyle/>
        <a:p>
          <a:endParaRPr lang="en-US"/>
        </a:p>
      </dgm:t>
    </dgm:pt>
    <dgm:pt modelId="{7A97F699-77A9-4EC4-A45D-A61750EE667E}" type="sibTrans" cxnId="{A6C1ACEB-8573-4412-BC7F-4FC965D608CB}">
      <dgm:prSet/>
      <dgm:spPr/>
      <dgm:t>
        <a:bodyPr/>
        <a:lstStyle/>
        <a:p>
          <a:endParaRPr lang="en-US"/>
        </a:p>
      </dgm:t>
    </dgm:pt>
    <dgm:pt modelId="{0A18210A-9E14-4E27-BAFD-F3904177B88B}">
      <dgm:prSet phldrT="[Text]" custT="1"/>
      <dgm:spPr/>
      <dgm:t>
        <a:bodyPr/>
        <a:lstStyle/>
        <a:p>
          <a:r>
            <a:rPr lang="en-US" sz="2800" b="1" dirty="0" smtClean="0">
              <a:latin typeface="Berlin Sans FB Demi" panose="020E0802020502020306" pitchFamily="34" charset="0"/>
            </a:rPr>
            <a:t>Live together</a:t>
          </a:r>
          <a:endParaRPr lang="en-US" sz="2800" b="1" dirty="0">
            <a:latin typeface="Berlin Sans FB Demi" panose="020E0802020502020306" pitchFamily="34" charset="0"/>
          </a:endParaRPr>
        </a:p>
      </dgm:t>
    </dgm:pt>
    <dgm:pt modelId="{C599870A-5347-428C-81F2-15C6ECAE9BD5}" type="parTrans" cxnId="{F6B1A12F-AF19-4C2E-9AE4-EB9973BE02C6}">
      <dgm:prSet/>
      <dgm:spPr/>
      <dgm:t>
        <a:bodyPr/>
        <a:lstStyle/>
        <a:p>
          <a:endParaRPr lang="en-US"/>
        </a:p>
      </dgm:t>
    </dgm:pt>
    <dgm:pt modelId="{4041AA97-011A-4F61-ABDB-BDFF10459092}" type="sibTrans" cxnId="{F6B1A12F-AF19-4C2E-9AE4-EB9973BE02C6}">
      <dgm:prSet/>
      <dgm:spPr/>
      <dgm:t>
        <a:bodyPr/>
        <a:lstStyle/>
        <a:p>
          <a:endParaRPr lang="en-US"/>
        </a:p>
      </dgm:t>
    </dgm:pt>
    <dgm:pt modelId="{E3188A3D-7386-41D5-B089-52A6D8DC0090}">
      <dgm:prSet phldrT="[Text]" custT="1"/>
      <dgm:spPr/>
      <dgm:t>
        <a:bodyPr/>
        <a:lstStyle/>
        <a:p>
          <a:r>
            <a:rPr lang="en-US" sz="2400" b="1" i="0" dirty="0" smtClean="0">
              <a:latin typeface="Berlin Sans FB Demi" panose="020E0802020502020306" pitchFamily="34" charset="0"/>
            </a:rPr>
            <a:t>Skills; compe-tence</a:t>
          </a:r>
          <a:endParaRPr lang="en-US" sz="2400" b="1" dirty="0">
            <a:latin typeface="Berlin Sans FB Demi" panose="020E0802020502020306" pitchFamily="34" charset="0"/>
          </a:endParaRPr>
        </a:p>
      </dgm:t>
    </dgm:pt>
    <dgm:pt modelId="{8CADEAB3-1F77-4D4F-A1FD-CFE09AAA81FF}" type="parTrans" cxnId="{1A5422B5-9388-46C1-AAA7-5032B6CD8D8C}">
      <dgm:prSet/>
      <dgm:spPr/>
      <dgm:t>
        <a:bodyPr/>
        <a:lstStyle/>
        <a:p>
          <a:endParaRPr lang="en-US"/>
        </a:p>
      </dgm:t>
    </dgm:pt>
    <dgm:pt modelId="{E8997159-2F6F-4CA1-B473-534C65D18E16}" type="sibTrans" cxnId="{1A5422B5-9388-46C1-AAA7-5032B6CD8D8C}">
      <dgm:prSet/>
      <dgm:spPr/>
      <dgm:t>
        <a:bodyPr/>
        <a:lstStyle/>
        <a:p>
          <a:endParaRPr lang="en-US"/>
        </a:p>
      </dgm:t>
    </dgm:pt>
    <dgm:pt modelId="{7A9EFA44-2A14-4F8D-9B44-F95462D25AAB}">
      <dgm:prSet phldrT="[Text]" custT="1"/>
      <dgm:spPr/>
      <dgm:t>
        <a:bodyPr/>
        <a:lstStyle/>
        <a:p>
          <a:r>
            <a:rPr lang="en-US" sz="2400" b="1" i="0" dirty="0" smtClean="0">
              <a:latin typeface="Berlin Sans FB Demi" panose="020E0802020502020306" pitchFamily="34" charset="0"/>
            </a:rPr>
            <a:t>Knowledge and under-standing of self and others.</a:t>
          </a:r>
          <a:endParaRPr lang="en-US" sz="2400" b="1" dirty="0">
            <a:latin typeface="Berlin Sans FB Demi" panose="020E0802020502020306" pitchFamily="34" charset="0"/>
          </a:endParaRPr>
        </a:p>
      </dgm:t>
    </dgm:pt>
    <dgm:pt modelId="{A8CAD69A-B4F5-4FF1-926C-A8A4814685F3}" type="parTrans" cxnId="{7236B29E-0637-4F2B-A24C-7766D84EA98C}">
      <dgm:prSet/>
      <dgm:spPr/>
      <dgm:t>
        <a:bodyPr/>
        <a:lstStyle/>
        <a:p>
          <a:endParaRPr lang="en-US"/>
        </a:p>
      </dgm:t>
    </dgm:pt>
    <dgm:pt modelId="{954D6C6B-29D4-483B-9240-6B03D814A3C8}" type="sibTrans" cxnId="{7236B29E-0637-4F2B-A24C-7766D84EA98C}">
      <dgm:prSet/>
      <dgm:spPr/>
      <dgm:t>
        <a:bodyPr/>
        <a:lstStyle/>
        <a:p>
          <a:endParaRPr lang="en-US"/>
        </a:p>
      </dgm:t>
    </dgm:pt>
    <dgm:pt modelId="{A7B4825E-7577-4302-A8ED-081C2806CC39}" type="pres">
      <dgm:prSet presAssocID="{28A7C5F7-628B-4C87-905F-E2169014222C}" presName="hierChild1" presStyleCnt="0">
        <dgm:presLayoutVars>
          <dgm:chPref val="1"/>
          <dgm:dir/>
          <dgm:animOne val="branch"/>
          <dgm:animLvl val="lvl"/>
          <dgm:resizeHandles/>
        </dgm:presLayoutVars>
      </dgm:prSet>
      <dgm:spPr/>
      <dgm:t>
        <a:bodyPr/>
        <a:lstStyle/>
        <a:p>
          <a:endParaRPr lang="en-US"/>
        </a:p>
      </dgm:t>
    </dgm:pt>
    <dgm:pt modelId="{BEA67C8E-68D8-48D7-A381-FAABB3418614}" type="pres">
      <dgm:prSet presAssocID="{0CCBE526-75B0-47C5-ADCE-43CC789244B8}" presName="hierRoot1" presStyleCnt="0"/>
      <dgm:spPr/>
    </dgm:pt>
    <dgm:pt modelId="{2F86BB46-5D1A-4F7B-A488-07672011E746}" type="pres">
      <dgm:prSet presAssocID="{0CCBE526-75B0-47C5-ADCE-43CC789244B8}" presName="composite" presStyleCnt="0"/>
      <dgm:spPr/>
    </dgm:pt>
    <dgm:pt modelId="{6EB0ED2A-9232-4207-BDC3-9C66E34437FF}" type="pres">
      <dgm:prSet presAssocID="{0CCBE526-75B0-47C5-ADCE-43CC789244B8}" presName="background" presStyleLbl="node0" presStyleIdx="0" presStyleCnt="1"/>
      <dgm:spPr/>
    </dgm:pt>
    <dgm:pt modelId="{D0A5F4E1-F533-46DD-A4F6-AE5A8B20486A}" type="pres">
      <dgm:prSet presAssocID="{0CCBE526-75B0-47C5-ADCE-43CC789244B8}" presName="text" presStyleLbl="fgAcc0" presStyleIdx="0" presStyleCnt="1" custScaleX="289065" custScaleY="94389">
        <dgm:presLayoutVars>
          <dgm:chPref val="3"/>
        </dgm:presLayoutVars>
      </dgm:prSet>
      <dgm:spPr/>
      <dgm:t>
        <a:bodyPr/>
        <a:lstStyle/>
        <a:p>
          <a:endParaRPr lang="en-US"/>
        </a:p>
      </dgm:t>
    </dgm:pt>
    <dgm:pt modelId="{26DF5A29-4CE0-4902-83FA-53FDC047CB5C}" type="pres">
      <dgm:prSet presAssocID="{0CCBE526-75B0-47C5-ADCE-43CC789244B8}" presName="hierChild2" presStyleCnt="0"/>
      <dgm:spPr/>
    </dgm:pt>
    <dgm:pt modelId="{B62B33B1-65FB-4FC7-868F-02D8E53FCC50}" type="pres">
      <dgm:prSet presAssocID="{1CF14807-C282-4223-BF73-285A525B19E9}" presName="Name10" presStyleLbl="parChTrans1D2" presStyleIdx="0" presStyleCnt="4"/>
      <dgm:spPr/>
      <dgm:t>
        <a:bodyPr/>
        <a:lstStyle/>
        <a:p>
          <a:endParaRPr lang="en-US"/>
        </a:p>
      </dgm:t>
    </dgm:pt>
    <dgm:pt modelId="{6BCA198D-A1E8-42C6-A32A-E99D4607969F}" type="pres">
      <dgm:prSet presAssocID="{337624A4-4F2A-471B-AF64-8039B3C6C919}" presName="hierRoot2" presStyleCnt="0"/>
      <dgm:spPr/>
    </dgm:pt>
    <dgm:pt modelId="{7A044595-6F26-4D63-A882-5B4901398118}" type="pres">
      <dgm:prSet presAssocID="{337624A4-4F2A-471B-AF64-8039B3C6C919}" presName="composite2" presStyleCnt="0"/>
      <dgm:spPr/>
    </dgm:pt>
    <dgm:pt modelId="{51B8CBB3-D50A-4E3A-98CE-A055CED759E5}" type="pres">
      <dgm:prSet presAssocID="{337624A4-4F2A-471B-AF64-8039B3C6C919}" presName="background2" presStyleLbl="node2" presStyleIdx="0" presStyleCnt="4"/>
      <dgm:spPr/>
    </dgm:pt>
    <dgm:pt modelId="{2A354E0D-378E-46A5-9B26-562422E180CE}" type="pres">
      <dgm:prSet presAssocID="{337624A4-4F2A-471B-AF64-8039B3C6C919}" presName="text2" presStyleLbl="fgAcc2" presStyleIdx="0" presStyleCnt="4" custScaleY="57206">
        <dgm:presLayoutVars>
          <dgm:chPref val="3"/>
        </dgm:presLayoutVars>
      </dgm:prSet>
      <dgm:spPr/>
      <dgm:t>
        <a:bodyPr/>
        <a:lstStyle/>
        <a:p>
          <a:endParaRPr lang="en-US"/>
        </a:p>
      </dgm:t>
    </dgm:pt>
    <dgm:pt modelId="{D7B708DB-25B7-4B6F-9858-2EA40D4A9143}" type="pres">
      <dgm:prSet presAssocID="{337624A4-4F2A-471B-AF64-8039B3C6C919}" presName="hierChild3" presStyleCnt="0"/>
      <dgm:spPr/>
    </dgm:pt>
    <dgm:pt modelId="{E32964C4-0991-4DF8-B273-C3A1C02E2F2F}" type="pres">
      <dgm:prSet presAssocID="{18447A65-783A-4B7F-AC28-FDC7434728B6}" presName="Name17" presStyleLbl="parChTrans1D3" presStyleIdx="0" presStyleCnt="4"/>
      <dgm:spPr/>
      <dgm:t>
        <a:bodyPr/>
        <a:lstStyle/>
        <a:p>
          <a:endParaRPr lang="en-US"/>
        </a:p>
      </dgm:t>
    </dgm:pt>
    <dgm:pt modelId="{806CC40B-404F-476B-B3A5-FE19BF5056EB}" type="pres">
      <dgm:prSet presAssocID="{CC919F65-83FE-4D50-9D3C-A11043FBFA2D}" presName="hierRoot3" presStyleCnt="0"/>
      <dgm:spPr/>
    </dgm:pt>
    <dgm:pt modelId="{9EEE9C77-84D4-4BE6-A9FD-AA3DBBD3CAC6}" type="pres">
      <dgm:prSet presAssocID="{CC919F65-83FE-4D50-9D3C-A11043FBFA2D}" presName="composite3" presStyleCnt="0"/>
      <dgm:spPr/>
    </dgm:pt>
    <dgm:pt modelId="{765A6B2F-A488-4796-93BC-8D64156FDBEA}" type="pres">
      <dgm:prSet presAssocID="{CC919F65-83FE-4D50-9D3C-A11043FBFA2D}" presName="background3" presStyleLbl="node3" presStyleIdx="0" presStyleCnt="4"/>
      <dgm:spPr/>
    </dgm:pt>
    <dgm:pt modelId="{E8587CB7-759F-480F-A935-03F622F63ED8}" type="pres">
      <dgm:prSet presAssocID="{CC919F65-83FE-4D50-9D3C-A11043FBFA2D}" presName="text3" presStyleLbl="fgAcc3" presStyleIdx="0" presStyleCnt="4" custScaleX="112336" custScaleY="234498">
        <dgm:presLayoutVars>
          <dgm:chPref val="3"/>
        </dgm:presLayoutVars>
      </dgm:prSet>
      <dgm:spPr/>
      <dgm:t>
        <a:bodyPr/>
        <a:lstStyle/>
        <a:p>
          <a:endParaRPr lang="en-US"/>
        </a:p>
      </dgm:t>
    </dgm:pt>
    <dgm:pt modelId="{060FBF75-5E37-4841-BF23-CEFDCE3C70F2}" type="pres">
      <dgm:prSet presAssocID="{CC919F65-83FE-4D50-9D3C-A11043FBFA2D}" presName="hierChild4" presStyleCnt="0"/>
      <dgm:spPr/>
    </dgm:pt>
    <dgm:pt modelId="{711E7220-023C-4717-84D8-31B929D2E408}" type="pres">
      <dgm:prSet presAssocID="{D32FDA8E-0486-4739-8481-4E6FA637FAF8}" presName="Name10" presStyleLbl="parChTrans1D2" presStyleIdx="1" presStyleCnt="4"/>
      <dgm:spPr/>
      <dgm:t>
        <a:bodyPr/>
        <a:lstStyle/>
        <a:p>
          <a:endParaRPr lang="en-US"/>
        </a:p>
      </dgm:t>
    </dgm:pt>
    <dgm:pt modelId="{A671E832-29DD-4799-9275-C185AA85F109}" type="pres">
      <dgm:prSet presAssocID="{687DB899-6E59-4491-A8B7-FF91821EF0B3}" presName="hierRoot2" presStyleCnt="0"/>
      <dgm:spPr/>
    </dgm:pt>
    <dgm:pt modelId="{A35AE9E0-EF4C-4081-9914-9951FC19B59F}" type="pres">
      <dgm:prSet presAssocID="{687DB899-6E59-4491-A8B7-FF91821EF0B3}" presName="composite2" presStyleCnt="0"/>
      <dgm:spPr/>
    </dgm:pt>
    <dgm:pt modelId="{F98E8481-EA3A-4A3A-804F-C9007162D7E8}" type="pres">
      <dgm:prSet presAssocID="{687DB899-6E59-4491-A8B7-FF91821EF0B3}" presName="background2" presStyleLbl="node2" presStyleIdx="1" presStyleCnt="4"/>
      <dgm:spPr/>
    </dgm:pt>
    <dgm:pt modelId="{49A7D839-0F86-4642-897B-1F2C2205FC4B}" type="pres">
      <dgm:prSet presAssocID="{687DB899-6E59-4491-A8B7-FF91821EF0B3}" presName="text2" presStyleLbl="fgAcc2" presStyleIdx="1" presStyleCnt="4" custScaleY="58782">
        <dgm:presLayoutVars>
          <dgm:chPref val="3"/>
        </dgm:presLayoutVars>
      </dgm:prSet>
      <dgm:spPr/>
      <dgm:t>
        <a:bodyPr/>
        <a:lstStyle/>
        <a:p>
          <a:endParaRPr lang="en-US"/>
        </a:p>
      </dgm:t>
    </dgm:pt>
    <dgm:pt modelId="{477E10D8-E705-4C85-A24C-1DE249C0EAC5}" type="pres">
      <dgm:prSet presAssocID="{687DB899-6E59-4491-A8B7-FF91821EF0B3}" presName="hierChild3" presStyleCnt="0"/>
      <dgm:spPr/>
    </dgm:pt>
    <dgm:pt modelId="{A0B7F2E1-7582-48EE-A270-3696994C928A}" type="pres">
      <dgm:prSet presAssocID="{8CADEAB3-1F77-4D4F-A1FD-CFE09AAA81FF}" presName="Name17" presStyleLbl="parChTrans1D3" presStyleIdx="1" presStyleCnt="4"/>
      <dgm:spPr/>
      <dgm:t>
        <a:bodyPr/>
        <a:lstStyle/>
        <a:p>
          <a:endParaRPr lang="en-US"/>
        </a:p>
      </dgm:t>
    </dgm:pt>
    <dgm:pt modelId="{591F8735-5FC1-49E3-940A-6D5C2B36FC0F}" type="pres">
      <dgm:prSet presAssocID="{E3188A3D-7386-41D5-B089-52A6D8DC0090}" presName="hierRoot3" presStyleCnt="0"/>
      <dgm:spPr/>
    </dgm:pt>
    <dgm:pt modelId="{830F2106-CD5B-4437-A122-4E1E1648BA5C}" type="pres">
      <dgm:prSet presAssocID="{E3188A3D-7386-41D5-B089-52A6D8DC0090}" presName="composite3" presStyleCnt="0"/>
      <dgm:spPr/>
    </dgm:pt>
    <dgm:pt modelId="{D144EF28-C4F4-4E22-A287-8698EDA0384C}" type="pres">
      <dgm:prSet presAssocID="{E3188A3D-7386-41D5-B089-52A6D8DC0090}" presName="background3" presStyleLbl="node3" presStyleIdx="1" presStyleCnt="4"/>
      <dgm:spPr/>
    </dgm:pt>
    <dgm:pt modelId="{153C90FF-27C7-468C-956F-1799A9640472}" type="pres">
      <dgm:prSet presAssocID="{E3188A3D-7386-41D5-B089-52A6D8DC0090}" presName="text3" presStyleLbl="fgAcc3" presStyleIdx="1" presStyleCnt="4" custScaleX="111254" custScaleY="234438">
        <dgm:presLayoutVars>
          <dgm:chPref val="3"/>
        </dgm:presLayoutVars>
      </dgm:prSet>
      <dgm:spPr/>
      <dgm:t>
        <a:bodyPr/>
        <a:lstStyle/>
        <a:p>
          <a:endParaRPr lang="en-US"/>
        </a:p>
      </dgm:t>
    </dgm:pt>
    <dgm:pt modelId="{2154580B-8102-4BBE-A5C0-8B752D57D4FC}" type="pres">
      <dgm:prSet presAssocID="{E3188A3D-7386-41D5-B089-52A6D8DC0090}" presName="hierChild4" presStyleCnt="0"/>
      <dgm:spPr/>
    </dgm:pt>
    <dgm:pt modelId="{11749F98-F153-4624-BBB4-F5129161F3B8}" type="pres">
      <dgm:prSet presAssocID="{7944888C-8B97-47DE-9447-47D76E48EC64}" presName="Name10" presStyleLbl="parChTrans1D2" presStyleIdx="2" presStyleCnt="4"/>
      <dgm:spPr/>
      <dgm:t>
        <a:bodyPr/>
        <a:lstStyle/>
        <a:p>
          <a:endParaRPr lang="en-US"/>
        </a:p>
      </dgm:t>
    </dgm:pt>
    <dgm:pt modelId="{47905650-62AD-4131-AA9A-2E0642FCE95E}" type="pres">
      <dgm:prSet presAssocID="{D1BB9278-81FE-4485-9008-FF417DA71176}" presName="hierRoot2" presStyleCnt="0"/>
      <dgm:spPr/>
    </dgm:pt>
    <dgm:pt modelId="{AFF74FD9-A9E3-4317-93A2-CC56FFDA346D}" type="pres">
      <dgm:prSet presAssocID="{D1BB9278-81FE-4485-9008-FF417DA71176}" presName="composite2" presStyleCnt="0"/>
      <dgm:spPr/>
    </dgm:pt>
    <dgm:pt modelId="{01792AE1-ACFF-460E-ABF6-2CF794C1DF2A}" type="pres">
      <dgm:prSet presAssocID="{D1BB9278-81FE-4485-9008-FF417DA71176}" presName="background2" presStyleLbl="node2" presStyleIdx="2" presStyleCnt="4"/>
      <dgm:spPr/>
    </dgm:pt>
    <dgm:pt modelId="{6079A77D-3E21-4758-8A05-6D338E815F3B}" type="pres">
      <dgm:prSet presAssocID="{D1BB9278-81FE-4485-9008-FF417DA71176}" presName="text2" presStyleLbl="fgAcc2" presStyleIdx="2" presStyleCnt="4" custScaleY="57206">
        <dgm:presLayoutVars>
          <dgm:chPref val="3"/>
        </dgm:presLayoutVars>
      </dgm:prSet>
      <dgm:spPr/>
      <dgm:t>
        <a:bodyPr/>
        <a:lstStyle/>
        <a:p>
          <a:endParaRPr lang="en-US"/>
        </a:p>
      </dgm:t>
    </dgm:pt>
    <dgm:pt modelId="{3151C339-7C05-4085-AB80-6CCF68FEEFC3}" type="pres">
      <dgm:prSet presAssocID="{D1BB9278-81FE-4485-9008-FF417DA71176}" presName="hierChild3" presStyleCnt="0"/>
      <dgm:spPr/>
    </dgm:pt>
    <dgm:pt modelId="{2122A1F4-A0DE-4A12-A76F-39B69DAB8B36}" type="pres">
      <dgm:prSet presAssocID="{02066C80-4F00-45F5-8E80-45E14F4D72FC}" presName="Name17" presStyleLbl="parChTrans1D3" presStyleIdx="2" presStyleCnt="4"/>
      <dgm:spPr/>
      <dgm:t>
        <a:bodyPr/>
        <a:lstStyle/>
        <a:p>
          <a:endParaRPr lang="en-US"/>
        </a:p>
      </dgm:t>
    </dgm:pt>
    <dgm:pt modelId="{64B4A63A-25FC-4881-9F2D-79009BFFB8C1}" type="pres">
      <dgm:prSet presAssocID="{F1907F87-87DC-4CB1-8B35-EA2024EA7FF5}" presName="hierRoot3" presStyleCnt="0"/>
      <dgm:spPr/>
    </dgm:pt>
    <dgm:pt modelId="{69E5EAFB-7B72-41D2-AA5F-A6EB5F3D012C}" type="pres">
      <dgm:prSet presAssocID="{F1907F87-87DC-4CB1-8B35-EA2024EA7FF5}" presName="composite3" presStyleCnt="0"/>
      <dgm:spPr/>
    </dgm:pt>
    <dgm:pt modelId="{7980ADBD-E83E-4B56-96D9-DFDF50041C24}" type="pres">
      <dgm:prSet presAssocID="{F1907F87-87DC-4CB1-8B35-EA2024EA7FF5}" presName="background3" presStyleLbl="node3" presStyleIdx="2" presStyleCnt="4"/>
      <dgm:spPr/>
    </dgm:pt>
    <dgm:pt modelId="{59E22EE9-245D-4311-8B24-362EDA42CFE0}" type="pres">
      <dgm:prSet presAssocID="{F1907F87-87DC-4CB1-8B35-EA2024EA7FF5}" presName="text3" presStyleLbl="fgAcc3" presStyleIdx="2" presStyleCnt="4" custScaleX="114859" custScaleY="231409">
        <dgm:presLayoutVars>
          <dgm:chPref val="3"/>
        </dgm:presLayoutVars>
      </dgm:prSet>
      <dgm:spPr/>
      <dgm:t>
        <a:bodyPr/>
        <a:lstStyle/>
        <a:p>
          <a:endParaRPr lang="en-US"/>
        </a:p>
      </dgm:t>
    </dgm:pt>
    <dgm:pt modelId="{D9A02E0E-8481-45CA-8A5E-761E51735F0E}" type="pres">
      <dgm:prSet presAssocID="{F1907F87-87DC-4CB1-8B35-EA2024EA7FF5}" presName="hierChild4" presStyleCnt="0"/>
      <dgm:spPr/>
    </dgm:pt>
    <dgm:pt modelId="{8909A96E-FE90-437F-AE1A-2C7D3CEE39E5}" type="pres">
      <dgm:prSet presAssocID="{C599870A-5347-428C-81F2-15C6ECAE9BD5}" presName="Name10" presStyleLbl="parChTrans1D2" presStyleIdx="3" presStyleCnt="4"/>
      <dgm:spPr/>
      <dgm:t>
        <a:bodyPr/>
        <a:lstStyle/>
        <a:p>
          <a:endParaRPr lang="en-US"/>
        </a:p>
      </dgm:t>
    </dgm:pt>
    <dgm:pt modelId="{0B2EE90C-54FB-40AF-B857-A0F5132CF0E5}" type="pres">
      <dgm:prSet presAssocID="{0A18210A-9E14-4E27-BAFD-F3904177B88B}" presName="hierRoot2" presStyleCnt="0"/>
      <dgm:spPr/>
    </dgm:pt>
    <dgm:pt modelId="{3AEC19B0-17E0-46D7-AA10-782544EC5A76}" type="pres">
      <dgm:prSet presAssocID="{0A18210A-9E14-4E27-BAFD-F3904177B88B}" presName="composite2" presStyleCnt="0"/>
      <dgm:spPr/>
    </dgm:pt>
    <dgm:pt modelId="{D9C424DE-EB8C-4725-BB67-4760A7F4ED58}" type="pres">
      <dgm:prSet presAssocID="{0A18210A-9E14-4E27-BAFD-F3904177B88B}" presName="background2" presStyleLbl="node2" presStyleIdx="3" presStyleCnt="4"/>
      <dgm:spPr/>
    </dgm:pt>
    <dgm:pt modelId="{1E9FD425-5A63-4433-91A5-6620084DD2B2}" type="pres">
      <dgm:prSet presAssocID="{0A18210A-9E14-4E27-BAFD-F3904177B88B}" presName="text2" presStyleLbl="fgAcc2" presStyleIdx="3" presStyleCnt="4" custScaleY="57206">
        <dgm:presLayoutVars>
          <dgm:chPref val="3"/>
        </dgm:presLayoutVars>
      </dgm:prSet>
      <dgm:spPr/>
      <dgm:t>
        <a:bodyPr/>
        <a:lstStyle/>
        <a:p>
          <a:endParaRPr lang="en-US"/>
        </a:p>
      </dgm:t>
    </dgm:pt>
    <dgm:pt modelId="{1FFC7EBB-367B-4A29-865F-2F1AB6D969D6}" type="pres">
      <dgm:prSet presAssocID="{0A18210A-9E14-4E27-BAFD-F3904177B88B}" presName="hierChild3" presStyleCnt="0"/>
      <dgm:spPr/>
    </dgm:pt>
    <dgm:pt modelId="{B192BF70-2B4E-40BE-AAA3-F20CF81A1617}" type="pres">
      <dgm:prSet presAssocID="{A8CAD69A-B4F5-4FF1-926C-A8A4814685F3}" presName="Name17" presStyleLbl="parChTrans1D3" presStyleIdx="3" presStyleCnt="4"/>
      <dgm:spPr/>
      <dgm:t>
        <a:bodyPr/>
        <a:lstStyle/>
        <a:p>
          <a:endParaRPr lang="en-US"/>
        </a:p>
      </dgm:t>
    </dgm:pt>
    <dgm:pt modelId="{C87DCAB4-BE42-40B0-A2BC-875C284D941B}" type="pres">
      <dgm:prSet presAssocID="{7A9EFA44-2A14-4F8D-9B44-F95462D25AAB}" presName="hierRoot3" presStyleCnt="0"/>
      <dgm:spPr/>
    </dgm:pt>
    <dgm:pt modelId="{B8D8A3EA-0C59-4013-96F7-79E80F21CB63}" type="pres">
      <dgm:prSet presAssocID="{7A9EFA44-2A14-4F8D-9B44-F95462D25AAB}" presName="composite3" presStyleCnt="0"/>
      <dgm:spPr/>
    </dgm:pt>
    <dgm:pt modelId="{FFFB8855-1341-4585-AFCA-043B0E593D8B}" type="pres">
      <dgm:prSet presAssocID="{7A9EFA44-2A14-4F8D-9B44-F95462D25AAB}" presName="background3" presStyleLbl="node3" presStyleIdx="3" presStyleCnt="4"/>
      <dgm:spPr/>
    </dgm:pt>
    <dgm:pt modelId="{A1398C71-29D9-4FB5-B388-BED9BB068FB9}" type="pres">
      <dgm:prSet presAssocID="{7A9EFA44-2A14-4F8D-9B44-F95462D25AAB}" presName="text3" presStyleLbl="fgAcc3" presStyleIdx="3" presStyleCnt="4" custScaleX="112972" custScaleY="231409">
        <dgm:presLayoutVars>
          <dgm:chPref val="3"/>
        </dgm:presLayoutVars>
      </dgm:prSet>
      <dgm:spPr/>
      <dgm:t>
        <a:bodyPr/>
        <a:lstStyle/>
        <a:p>
          <a:endParaRPr lang="en-US"/>
        </a:p>
      </dgm:t>
    </dgm:pt>
    <dgm:pt modelId="{589A11F6-9E4A-48FD-AC59-0A74D7DDF16C}" type="pres">
      <dgm:prSet presAssocID="{7A9EFA44-2A14-4F8D-9B44-F95462D25AAB}" presName="hierChild4" presStyleCnt="0"/>
      <dgm:spPr/>
    </dgm:pt>
  </dgm:ptLst>
  <dgm:cxnLst>
    <dgm:cxn modelId="{9FB8A746-A4AA-469D-B36D-43B72A23FCB4}" type="presOf" srcId="{0A18210A-9E14-4E27-BAFD-F3904177B88B}" destId="{1E9FD425-5A63-4433-91A5-6620084DD2B2}" srcOrd="0" destOrd="0" presId="urn:microsoft.com/office/officeart/2005/8/layout/hierarchy1"/>
    <dgm:cxn modelId="{DDB863C7-24FA-4793-B1B7-3DDB87027E1B}" type="presOf" srcId="{D1BB9278-81FE-4485-9008-FF417DA71176}" destId="{6079A77D-3E21-4758-8A05-6D338E815F3B}" srcOrd="0" destOrd="0" presId="urn:microsoft.com/office/officeart/2005/8/layout/hierarchy1"/>
    <dgm:cxn modelId="{E301C775-0885-41AD-AD14-312B19CD8C42}" type="presOf" srcId="{F1907F87-87DC-4CB1-8B35-EA2024EA7FF5}" destId="{59E22EE9-245D-4311-8B24-362EDA42CFE0}" srcOrd="0" destOrd="0" presId="urn:microsoft.com/office/officeart/2005/8/layout/hierarchy1"/>
    <dgm:cxn modelId="{B704987F-702D-421D-94F0-D7E9B226DAC6}" srcId="{28A7C5F7-628B-4C87-905F-E2169014222C}" destId="{0CCBE526-75B0-47C5-ADCE-43CC789244B8}" srcOrd="0" destOrd="0" parTransId="{A99EC451-6CD4-4CEA-90EC-1931156E1F38}" sibTransId="{ED6B67D2-1049-4744-B695-DDCD36D30033}"/>
    <dgm:cxn modelId="{8FF599E4-D16B-49F5-B5BA-A887F6D4240D}" type="presOf" srcId="{A8CAD69A-B4F5-4FF1-926C-A8A4814685F3}" destId="{B192BF70-2B4E-40BE-AAA3-F20CF81A1617}" srcOrd="0" destOrd="0" presId="urn:microsoft.com/office/officeart/2005/8/layout/hierarchy1"/>
    <dgm:cxn modelId="{10C3E201-F60B-4033-A3F1-183368DB0CA0}" type="presOf" srcId="{D32FDA8E-0486-4739-8481-4E6FA637FAF8}" destId="{711E7220-023C-4717-84D8-31B929D2E408}" srcOrd="0" destOrd="0" presId="urn:microsoft.com/office/officeart/2005/8/layout/hierarchy1"/>
    <dgm:cxn modelId="{3D011306-E3A7-4997-BBEE-6A0AA65316E0}" type="presOf" srcId="{8CADEAB3-1F77-4D4F-A1FD-CFE09AAA81FF}" destId="{A0B7F2E1-7582-48EE-A270-3696994C928A}" srcOrd="0" destOrd="0" presId="urn:microsoft.com/office/officeart/2005/8/layout/hierarchy1"/>
    <dgm:cxn modelId="{58CF0024-99EC-4185-BCAF-6822AABF12EE}" type="presOf" srcId="{0CCBE526-75B0-47C5-ADCE-43CC789244B8}" destId="{D0A5F4E1-F533-46DD-A4F6-AE5A8B20486A}" srcOrd="0" destOrd="0" presId="urn:microsoft.com/office/officeart/2005/8/layout/hierarchy1"/>
    <dgm:cxn modelId="{1989632E-D4E5-47EF-8066-EBB62468C28C}" type="presOf" srcId="{337624A4-4F2A-471B-AF64-8039B3C6C919}" destId="{2A354E0D-378E-46A5-9B26-562422E180CE}" srcOrd="0" destOrd="0" presId="urn:microsoft.com/office/officeart/2005/8/layout/hierarchy1"/>
    <dgm:cxn modelId="{EE6EBE1C-914A-4CBD-A27E-76134A5FF4E2}" type="presOf" srcId="{7944888C-8B97-47DE-9447-47D76E48EC64}" destId="{11749F98-F153-4624-BBB4-F5129161F3B8}" srcOrd="0" destOrd="0" presId="urn:microsoft.com/office/officeart/2005/8/layout/hierarchy1"/>
    <dgm:cxn modelId="{5A22DA73-F841-40D8-8D01-2B855BC08691}" type="presOf" srcId="{C599870A-5347-428C-81F2-15C6ECAE9BD5}" destId="{8909A96E-FE90-437F-AE1A-2C7D3CEE39E5}" srcOrd="0" destOrd="0" presId="urn:microsoft.com/office/officeart/2005/8/layout/hierarchy1"/>
    <dgm:cxn modelId="{FBE73AED-4CD9-41FC-BEF9-CED79C415C33}" type="presOf" srcId="{18447A65-783A-4B7F-AC28-FDC7434728B6}" destId="{E32964C4-0991-4DF8-B273-C3A1C02E2F2F}" srcOrd="0" destOrd="0" presId="urn:microsoft.com/office/officeart/2005/8/layout/hierarchy1"/>
    <dgm:cxn modelId="{7236B29E-0637-4F2B-A24C-7766D84EA98C}" srcId="{0A18210A-9E14-4E27-BAFD-F3904177B88B}" destId="{7A9EFA44-2A14-4F8D-9B44-F95462D25AAB}" srcOrd="0" destOrd="0" parTransId="{A8CAD69A-B4F5-4FF1-926C-A8A4814685F3}" sibTransId="{954D6C6B-29D4-483B-9240-6B03D814A3C8}"/>
    <dgm:cxn modelId="{AC081A4C-1360-4001-935E-2A5AEF774DCD}" type="presOf" srcId="{E3188A3D-7386-41D5-B089-52A6D8DC0090}" destId="{153C90FF-27C7-468C-956F-1799A9640472}" srcOrd="0" destOrd="0" presId="urn:microsoft.com/office/officeart/2005/8/layout/hierarchy1"/>
    <dgm:cxn modelId="{01AD224C-8C8D-43C9-835A-D856C3DDF5C0}" type="presOf" srcId="{28A7C5F7-628B-4C87-905F-E2169014222C}" destId="{A7B4825E-7577-4302-A8ED-081C2806CC39}" srcOrd="0" destOrd="0" presId="urn:microsoft.com/office/officeart/2005/8/layout/hierarchy1"/>
    <dgm:cxn modelId="{A3FCC18B-4B82-44C6-BB06-96D0362F224C}" srcId="{337624A4-4F2A-471B-AF64-8039B3C6C919}" destId="{CC919F65-83FE-4D50-9D3C-A11043FBFA2D}" srcOrd="0" destOrd="0" parTransId="{18447A65-783A-4B7F-AC28-FDC7434728B6}" sibTransId="{7CCDA2BF-5DBA-4A41-ACB9-95B16257A5E8}"/>
    <dgm:cxn modelId="{1A5422B5-9388-46C1-AAA7-5032B6CD8D8C}" srcId="{687DB899-6E59-4491-A8B7-FF91821EF0B3}" destId="{E3188A3D-7386-41D5-B089-52A6D8DC0090}" srcOrd="0" destOrd="0" parTransId="{8CADEAB3-1F77-4D4F-A1FD-CFE09AAA81FF}" sibTransId="{E8997159-2F6F-4CA1-B473-534C65D18E16}"/>
    <dgm:cxn modelId="{101145B5-2513-4228-9F7B-008D5F2DC044}" srcId="{0CCBE526-75B0-47C5-ADCE-43CC789244B8}" destId="{337624A4-4F2A-471B-AF64-8039B3C6C919}" srcOrd="0" destOrd="0" parTransId="{1CF14807-C282-4223-BF73-285A525B19E9}" sibTransId="{9C38E810-A742-484F-AC95-445E169EE982}"/>
    <dgm:cxn modelId="{5E501C7E-7AA2-404D-9FC2-F19FF9B9A12C}" type="presOf" srcId="{1CF14807-C282-4223-BF73-285A525B19E9}" destId="{B62B33B1-65FB-4FC7-868F-02D8E53FCC50}" srcOrd="0" destOrd="0" presId="urn:microsoft.com/office/officeart/2005/8/layout/hierarchy1"/>
    <dgm:cxn modelId="{8440DE15-4892-42FE-850C-2A60974B4B16}" type="presOf" srcId="{02066C80-4F00-45F5-8E80-45E14F4D72FC}" destId="{2122A1F4-A0DE-4A12-A76F-39B69DAB8B36}" srcOrd="0" destOrd="0" presId="urn:microsoft.com/office/officeart/2005/8/layout/hierarchy1"/>
    <dgm:cxn modelId="{A6C1ACEB-8573-4412-BC7F-4FC965D608CB}" srcId="{D1BB9278-81FE-4485-9008-FF417DA71176}" destId="{F1907F87-87DC-4CB1-8B35-EA2024EA7FF5}" srcOrd="0" destOrd="0" parTransId="{02066C80-4F00-45F5-8E80-45E14F4D72FC}" sibTransId="{7A97F699-77A9-4EC4-A45D-A61750EE667E}"/>
    <dgm:cxn modelId="{4347D14A-4E5A-41CD-933A-2542F1D0A5F6}" type="presOf" srcId="{687DB899-6E59-4491-A8B7-FF91821EF0B3}" destId="{49A7D839-0F86-4642-897B-1F2C2205FC4B}" srcOrd="0" destOrd="0" presId="urn:microsoft.com/office/officeart/2005/8/layout/hierarchy1"/>
    <dgm:cxn modelId="{F6B1A12F-AF19-4C2E-9AE4-EB9973BE02C6}" srcId="{0CCBE526-75B0-47C5-ADCE-43CC789244B8}" destId="{0A18210A-9E14-4E27-BAFD-F3904177B88B}" srcOrd="3" destOrd="0" parTransId="{C599870A-5347-428C-81F2-15C6ECAE9BD5}" sibTransId="{4041AA97-011A-4F61-ABDB-BDFF10459092}"/>
    <dgm:cxn modelId="{DDD47E9C-A63C-443E-B8C8-1B837A412E2E}" srcId="{0CCBE526-75B0-47C5-ADCE-43CC789244B8}" destId="{D1BB9278-81FE-4485-9008-FF417DA71176}" srcOrd="2" destOrd="0" parTransId="{7944888C-8B97-47DE-9447-47D76E48EC64}" sibTransId="{DF2352BC-5718-4809-B2B6-5E4C0C76DAF6}"/>
    <dgm:cxn modelId="{BF17F933-CBCD-4209-9F6F-794D36EC9AFD}" srcId="{0CCBE526-75B0-47C5-ADCE-43CC789244B8}" destId="{687DB899-6E59-4491-A8B7-FF91821EF0B3}" srcOrd="1" destOrd="0" parTransId="{D32FDA8E-0486-4739-8481-4E6FA637FAF8}" sibTransId="{CA178280-DB58-40A9-9205-7672822592BA}"/>
    <dgm:cxn modelId="{B66B7D74-37AC-46E9-9F09-1CABEAECC7BB}" type="presOf" srcId="{7A9EFA44-2A14-4F8D-9B44-F95462D25AAB}" destId="{A1398C71-29D9-4FB5-B388-BED9BB068FB9}" srcOrd="0" destOrd="0" presId="urn:microsoft.com/office/officeart/2005/8/layout/hierarchy1"/>
    <dgm:cxn modelId="{D7627281-703A-45AB-9091-D14CF5D437D6}" type="presOf" srcId="{CC919F65-83FE-4D50-9D3C-A11043FBFA2D}" destId="{E8587CB7-759F-480F-A935-03F622F63ED8}" srcOrd="0" destOrd="0" presId="urn:microsoft.com/office/officeart/2005/8/layout/hierarchy1"/>
    <dgm:cxn modelId="{AF00F690-76AE-48E2-AE0D-26D26B7B7C0B}" type="presParOf" srcId="{A7B4825E-7577-4302-A8ED-081C2806CC39}" destId="{BEA67C8E-68D8-48D7-A381-FAABB3418614}" srcOrd="0" destOrd="0" presId="urn:microsoft.com/office/officeart/2005/8/layout/hierarchy1"/>
    <dgm:cxn modelId="{4910425A-F265-4234-B2F6-3B81A536E7E0}" type="presParOf" srcId="{BEA67C8E-68D8-48D7-A381-FAABB3418614}" destId="{2F86BB46-5D1A-4F7B-A488-07672011E746}" srcOrd="0" destOrd="0" presId="urn:microsoft.com/office/officeart/2005/8/layout/hierarchy1"/>
    <dgm:cxn modelId="{D7B7F8E8-4738-4A85-AE89-00D08B9416B1}" type="presParOf" srcId="{2F86BB46-5D1A-4F7B-A488-07672011E746}" destId="{6EB0ED2A-9232-4207-BDC3-9C66E34437FF}" srcOrd="0" destOrd="0" presId="urn:microsoft.com/office/officeart/2005/8/layout/hierarchy1"/>
    <dgm:cxn modelId="{20085EBD-E264-4C9B-A8D0-33C663B265DD}" type="presParOf" srcId="{2F86BB46-5D1A-4F7B-A488-07672011E746}" destId="{D0A5F4E1-F533-46DD-A4F6-AE5A8B20486A}" srcOrd="1" destOrd="0" presId="urn:microsoft.com/office/officeart/2005/8/layout/hierarchy1"/>
    <dgm:cxn modelId="{AE996337-A436-417F-9CAB-F99A01FDBDCB}" type="presParOf" srcId="{BEA67C8E-68D8-48D7-A381-FAABB3418614}" destId="{26DF5A29-4CE0-4902-83FA-53FDC047CB5C}" srcOrd="1" destOrd="0" presId="urn:microsoft.com/office/officeart/2005/8/layout/hierarchy1"/>
    <dgm:cxn modelId="{DF8B1EFD-6D5C-42FF-8884-CBDF5E20432C}" type="presParOf" srcId="{26DF5A29-4CE0-4902-83FA-53FDC047CB5C}" destId="{B62B33B1-65FB-4FC7-868F-02D8E53FCC50}" srcOrd="0" destOrd="0" presId="urn:microsoft.com/office/officeart/2005/8/layout/hierarchy1"/>
    <dgm:cxn modelId="{E1E1167E-D0E7-4A4E-BCCF-134FC30BDADE}" type="presParOf" srcId="{26DF5A29-4CE0-4902-83FA-53FDC047CB5C}" destId="{6BCA198D-A1E8-42C6-A32A-E99D4607969F}" srcOrd="1" destOrd="0" presId="urn:microsoft.com/office/officeart/2005/8/layout/hierarchy1"/>
    <dgm:cxn modelId="{780BB950-EA1E-41C3-908A-A51CEE594928}" type="presParOf" srcId="{6BCA198D-A1E8-42C6-A32A-E99D4607969F}" destId="{7A044595-6F26-4D63-A882-5B4901398118}" srcOrd="0" destOrd="0" presId="urn:microsoft.com/office/officeart/2005/8/layout/hierarchy1"/>
    <dgm:cxn modelId="{4D3A7270-0A6C-4397-ADD2-9BBCD1043912}" type="presParOf" srcId="{7A044595-6F26-4D63-A882-5B4901398118}" destId="{51B8CBB3-D50A-4E3A-98CE-A055CED759E5}" srcOrd="0" destOrd="0" presId="urn:microsoft.com/office/officeart/2005/8/layout/hierarchy1"/>
    <dgm:cxn modelId="{F4FB4FFF-18B5-41A3-A8A5-F9BC47CA7A57}" type="presParOf" srcId="{7A044595-6F26-4D63-A882-5B4901398118}" destId="{2A354E0D-378E-46A5-9B26-562422E180CE}" srcOrd="1" destOrd="0" presId="urn:microsoft.com/office/officeart/2005/8/layout/hierarchy1"/>
    <dgm:cxn modelId="{E8C8D226-95C4-410C-8323-46E2258B3048}" type="presParOf" srcId="{6BCA198D-A1E8-42C6-A32A-E99D4607969F}" destId="{D7B708DB-25B7-4B6F-9858-2EA40D4A9143}" srcOrd="1" destOrd="0" presId="urn:microsoft.com/office/officeart/2005/8/layout/hierarchy1"/>
    <dgm:cxn modelId="{3E21E510-A3AF-4E7D-89D0-5A354673DFC1}" type="presParOf" srcId="{D7B708DB-25B7-4B6F-9858-2EA40D4A9143}" destId="{E32964C4-0991-4DF8-B273-C3A1C02E2F2F}" srcOrd="0" destOrd="0" presId="urn:microsoft.com/office/officeart/2005/8/layout/hierarchy1"/>
    <dgm:cxn modelId="{44B62F0C-4636-477C-9E35-48C2976D425E}" type="presParOf" srcId="{D7B708DB-25B7-4B6F-9858-2EA40D4A9143}" destId="{806CC40B-404F-476B-B3A5-FE19BF5056EB}" srcOrd="1" destOrd="0" presId="urn:microsoft.com/office/officeart/2005/8/layout/hierarchy1"/>
    <dgm:cxn modelId="{D8C0CD13-0247-4DF0-AFA8-267EED7D998B}" type="presParOf" srcId="{806CC40B-404F-476B-B3A5-FE19BF5056EB}" destId="{9EEE9C77-84D4-4BE6-A9FD-AA3DBBD3CAC6}" srcOrd="0" destOrd="0" presId="urn:microsoft.com/office/officeart/2005/8/layout/hierarchy1"/>
    <dgm:cxn modelId="{5B407F48-AFD6-417D-B2A3-F074EB3A220A}" type="presParOf" srcId="{9EEE9C77-84D4-4BE6-A9FD-AA3DBBD3CAC6}" destId="{765A6B2F-A488-4796-93BC-8D64156FDBEA}" srcOrd="0" destOrd="0" presId="urn:microsoft.com/office/officeart/2005/8/layout/hierarchy1"/>
    <dgm:cxn modelId="{D5315F7A-779A-4026-9122-FCDEE89C4FAD}" type="presParOf" srcId="{9EEE9C77-84D4-4BE6-A9FD-AA3DBBD3CAC6}" destId="{E8587CB7-759F-480F-A935-03F622F63ED8}" srcOrd="1" destOrd="0" presId="urn:microsoft.com/office/officeart/2005/8/layout/hierarchy1"/>
    <dgm:cxn modelId="{20D7B852-BF37-4E42-893A-02F57BB6599F}" type="presParOf" srcId="{806CC40B-404F-476B-B3A5-FE19BF5056EB}" destId="{060FBF75-5E37-4841-BF23-CEFDCE3C70F2}" srcOrd="1" destOrd="0" presId="urn:microsoft.com/office/officeart/2005/8/layout/hierarchy1"/>
    <dgm:cxn modelId="{B08CFD44-C310-4E30-B358-B2B4857E8EE0}" type="presParOf" srcId="{26DF5A29-4CE0-4902-83FA-53FDC047CB5C}" destId="{711E7220-023C-4717-84D8-31B929D2E408}" srcOrd="2" destOrd="0" presId="urn:microsoft.com/office/officeart/2005/8/layout/hierarchy1"/>
    <dgm:cxn modelId="{49960606-5B10-4748-9D9F-030A0A29D8B9}" type="presParOf" srcId="{26DF5A29-4CE0-4902-83FA-53FDC047CB5C}" destId="{A671E832-29DD-4799-9275-C185AA85F109}" srcOrd="3" destOrd="0" presId="urn:microsoft.com/office/officeart/2005/8/layout/hierarchy1"/>
    <dgm:cxn modelId="{A47DE37A-7626-4E48-85DA-CD652DBBB267}" type="presParOf" srcId="{A671E832-29DD-4799-9275-C185AA85F109}" destId="{A35AE9E0-EF4C-4081-9914-9951FC19B59F}" srcOrd="0" destOrd="0" presId="urn:microsoft.com/office/officeart/2005/8/layout/hierarchy1"/>
    <dgm:cxn modelId="{1A905A86-1FB3-48A5-81A2-C29625D57FA8}" type="presParOf" srcId="{A35AE9E0-EF4C-4081-9914-9951FC19B59F}" destId="{F98E8481-EA3A-4A3A-804F-C9007162D7E8}" srcOrd="0" destOrd="0" presId="urn:microsoft.com/office/officeart/2005/8/layout/hierarchy1"/>
    <dgm:cxn modelId="{555F8310-62E0-4201-BA3D-3C0BD59716EE}" type="presParOf" srcId="{A35AE9E0-EF4C-4081-9914-9951FC19B59F}" destId="{49A7D839-0F86-4642-897B-1F2C2205FC4B}" srcOrd="1" destOrd="0" presId="urn:microsoft.com/office/officeart/2005/8/layout/hierarchy1"/>
    <dgm:cxn modelId="{0FE404FE-3F2A-4D33-853D-4AC60BE349E9}" type="presParOf" srcId="{A671E832-29DD-4799-9275-C185AA85F109}" destId="{477E10D8-E705-4C85-A24C-1DE249C0EAC5}" srcOrd="1" destOrd="0" presId="urn:microsoft.com/office/officeart/2005/8/layout/hierarchy1"/>
    <dgm:cxn modelId="{6B3D28EB-69B0-4D14-B9EA-768554EB6A6F}" type="presParOf" srcId="{477E10D8-E705-4C85-A24C-1DE249C0EAC5}" destId="{A0B7F2E1-7582-48EE-A270-3696994C928A}" srcOrd="0" destOrd="0" presId="urn:microsoft.com/office/officeart/2005/8/layout/hierarchy1"/>
    <dgm:cxn modelId="{B5CD8C8F-8700-43BD-AFD8-5B395FAD0744}" type="presParOf" srcId="{477E10D8-E705-4C85-A24C-1DE249C0EAC5}" destId="{591F8735-5FC1-49E3-940A-6D5C2B36FC0F}" srcOrd="1" destOrd="0" presId="urn:microsoft.com/office/officeart/2005/8/layout/hierarchy1"/>
    <dgm:cxn modelId="{A398DA65-03ED-43DB-A93D-2455924BD16A}" type="presParOf" srcId="{591F8735-5FC1-49E3-940A-6D5C2B36FC0F}" destId="{830F2106-CD5B-4437-A122-4E1E1648BA5C}" srcOrd="0" destOrd="0" presId="urn:microsoft.com/office/officeart/2005/8/layout/hierarchy1"/>
    <dgm:cxn modelId="{C5EC2027-C36C-41EB-ABC2-87A01890F3C3}" type="presParOf" srcId="{830F2106-CD5B-4437-A122-4E1E1648BA5C}" destId="{D144EF28-C4F4-4E22-A287-8698EDA0384C}" srcOrd="0" destOrd="0" presId="urn:microsoft.com/office/officeart/2005/8/layout/hierarchy1"/>
    <dgm:cxn modelId="{8A125818-7317-41B7-AA1D-DBF0DE61E3B9}" type="presParOf" srcId="{830F2106-CD5B-4437-A122-4E1E1648BA5C}" destId="{153C90FF-27C7-468C-956F-1799A9640472}" srcOrd="1" destOrd="0" presId="urn:microsoft.com/office/officeart/2005/8/layout/hierarchy1"/>
    <dgm:cxn modelId="{8745BC6B-F2CA-41EE-ABED-49A0711C0666}" type="presParOf" srcId="{591F8735-5FC1-49E3-940A-6D5C2B36FC0F}" destId="{2154580B-8102-4BBE-A5C0-8B752D57D4FC}" srcOrd="1" destOrd="0" presId="urn:microsoft.com/office/officeart/2005/8/layout/hierarchy1"/>
    <dgm:cxn modelId="{074B8179-D1C5-4A9D-80C3-CD5FD85DA366}" type="presParOf" srcId="{26DF5A29-4CE0-4902-83FA-53FDC047CB5C}" destId="{11749F98-F153-4624-BBB4-F5129161F3B8}" srcOrd="4" destOrd="0" presId="urn:microsoft.com/office/officeart/2005/8/layout/hierarchy1"/>
    <dgm:cxn modelId="{CBAFB25C-A974-4D07-9EE3-537CE0D4DFA6}" type="presParOf" srcId="{26DF5A29-4CE0-4902-83FA-53FDC047CB5C}" destId="{47905650-62AD-4131-AA9A-2E0642FCE95E}" srcOrd="5" destOrd="0" presId="urn:microsoft.com/office/officeart/2005/8/layout/hierarchy1"/>
    <dgm:cxn modelId="{19A3F3BC-8F2C-4667-A8D0-FC6F98F911FB}" type="presParOf" srcId="{47905650-62AD-4131-AA9A-2E0642FCE95E}" destId="{AFF74FD9-A9E3-4317-93A2-CC56FFDA346D}" srcOrd="0" destOrd="0" presId="urn:microsoft.com/office/officeart/2005/8/layout/hierarchy1"/>
    <dgm:cxn modelId="{CEA50298-7AE9-4532-B40C-9972BB1F77F5}" type="presParOf" srcId="{AFF74FD9-A9E3-4317-93A2-CC56FFDA346D}" destId="{01792AE1-ACFF-460E-ABF6-2CF794C1DF2A}" srcOrd="0" destOrd="0" presId="urn:microsoft.com/office/officeart/2005/8/layout/hierarchy1"/>
    <dgm:cxn modelId="{D2387398-5095-4490-8E49-329D54E1A5DD}" type="presParOf" srcId="{AFF74FD9-A9E3-4317-93A2-CC56FFDA346D}" destId="{6079A77D-3E21-4758-8A05-6D338E815F3B}" srcOrd="1" destOrd="0" presId="urn:microsoft.com/office/officeart/2005/8/layout/hierarchy1"/>
    <dgm:cxn modelId="{2C15C89A-9BD8-4360-9A21-6AB677A5574C}" type="presParOf" srcId="{47905650-62AD-4131-AA9A-2E0642FCE95E}" destId="{3151C339-7C05-4085-AB80-6CCF68FEEFC3}" srcOrd="1" destOrd="0" presId="urn:microsoft.com/office/officeart/2005/8/layout/hierarchy1"/>
    <dgm:cxn modelId="{0B9706A7-A6BF-4ABB-93F6-7A1470CE70A7}" type="presParOf" srcId="{3151C339-7C05-4085-AB80-6CCF68FEEFC3}" destId="{2122A1F4-A0DE-4A12-A76F-39B69DAB8B36}" srcOrd="0" destOrd="0" presId="urn:microsoft.com/office/officeart/2005/8/layout/hierarchy1"/>
    <dgm:cxn modelId="{843C6615-BB4F-4F1D-A597-3C5BDBEBDC01}" type="presParOf" srcId="{3151C339-7C05-4085-AB80-6CCF68FEEFC3}" destId="{64B4A63A-25FC-4881-9F2D-79009BFFB8C1}" srcOrd="1" destOrd="0" presId="urn:microsoft.com/office/officeart/2005/8/layout/hierarchy1"/>
    <dgm:cxn modelId="{3DF5F5C6-7344-4F09-826E-7811C446AFA7}" type="presParOf" srcId="{64B4A63A-25FC-4881-9F2D-79009BFFB8C1}" destId="{69E5EAFB-7B72-41D2-AA5F-A6EB5F3D012C}" srcOrd="0" destOrd="0" presId="urn:microsoft.com/office/officeart/2005/8/layout/hierarchy1"/>
    <dgm:cxn modelId="{8CD3A14D-9E52-49DF-9BA6-BD2EEBF5F86E}" type="presParOf" srcId="{69E5EAFB-7B72-41D2-AA5F-A6EB5F3D012C}" destId="{7980ADBD-E83E-4B56-96D9-DFDF50041C24}" srcOrd="0" destOrd="0" presId="urn:microsoft.com/office/officeart/2005/8/layout/hierarchy1"/>
    <dgm:cxn modelId="{F2454545-22BF-4869-BFE9-A18D60BE2CD7}" type="presParOf" srcId="{69E5EAFB-7B72-41D2-AA5F-A6EB5F3D012C}" destId="{59E22EE9-245D-4311-8B24-362EDA42CFE0}" srcOrd="1" destOrd="0" presId="urn:microsoft.com/office/officeart/2005/8/layout/hierarchy1"/>
    <dgm:cxn modelId="{F7014930-4986-4D37-92FB-22CA7571365F}" type="presParOf" srcId="{64B4A63A-25FC-4881-9F2D-79009BFFB8C1}" destId="{D9A02E0E-8481-45CA-8A5E-761E51735F0E}" srcOrd="1" destOrd="0" presId="urn:microsoft.com/office/officeart/2005/8/layout/hierarchy1"/>
    <dgm:cxn modelId="{10A2CEFD-374C-4F70-BE0D-417E9087F26B}" type="presParOf" srcId="{26DF5A29-4CE0-4902-83FA-53FDC047CB5C}" destId="{8909A96E-FE90-437F-AE1A-2C7D3CEE39E5}" srcOrd="6" destOrd="0" presId="urn:microsoft.com/office/officeart/2005/8/layout/hierarchy1"/>
    <dgm:cxn modelId="{ED83BC37-F4EC-42EB-8EEF-96A36E37C06C}" type="presParOf" srcId="{26DF5A29-4CE0-4902-83FA-53FDC047CB5C}" destId="{0B2EE90C-54FB-40AF-B857-A0F5132CF0E5}" srcOrd="7" destOrd="0" presId="urn:microsoft.com/office/officeart/2005/8/layout/hierarchy1"/>
    <dgm:cxn modelId="{E221BA9B-6C53-4B01-8AB5-AFC09CFD4ED6}" type="presParOf" srcId="{0B2EE90C-54FB-40AF-B857-A0F5132CF0E5}" destId="{3AEC19B0-17E0-46D7-AA10-782544EC5A76}" srcOrd="0" destOrd="0" presId="urn:microsoft.com/office/officeart/2005/8/layout/hierarchy1"/>
    <dgm:cxn modelId="{472D8981-87DF-4148-A05D-082F0B4E69B5}" type="presParOf" srcId="{3AEC19B0-17E0-46D7-AA10-782544EC5A76}" destId="{D9C424DE-EB8C-4725-BB67-4760A7F4ED58}" srcOrd="0" destOrd="0" presId="urn:microsoft.com/office/officeart/2005/8/layout/hierarchy1"/>
    <dgm:cxn modelId="{7E3AB0FE-3834-48A6-BDEB-8498F0829A15}" type="presParOf" srcId="{3AEC19B0-17E0-46D7-AA10-782544EC5A76}" destId="{1E9FD425-5A63-4433-91A5-6620084DD2B2}" srcOrd="1" destOrd="0" presId="urn:microsoft.com/office/officeart/2005/8/layout/hierarchy1"/>
    <dgm:cxn modelId="{8DACD0E6-4AC6-4C33-9713-2E9FA2EEE454}" type="presParOf" srcId="{0B2EE90C-54FB-40AF-B857-A0F5132CF0E5}" destId="{1FFC7EBB-367B-4A29-865F-2F1AB6D969D6}" srcOrd="1" destOrd="0" presId="urn:microsoft.com/office/officeart/2005/8/layout/hierarchy1"/>
    <dgm:cxn modelId="{D8A6E0DC-CD11-41A7-918F-E7E821281345}" type="presParOf" srcId="{1FFC7EBB-367B-4A29-865F-2F1AB6D969D6}" destId="{B192BF70-2B4E-40BE-AAA3-F20CF81A1617}" srcOrd="0" destOrd="0" presId="urn:microsoft.com/office/officeart/2005/8/layout/hierarchy1"/>
    <dgm:cxn modelId="{B4F7DC9E-B142-46A6-9C6E-B63F0C1F80DD}" type="presParOf" srcId="{1FFC7EBB-367B-4A29-865F-2F1AB6D969D6}" destId="{C87DCAB4-BE42-40B0-A2BC-875C284D941B}" srcOrd="1" destOrd="0" presId="urn:microsoft.com/office/officeart/2005/8/layout/hierarchy1"/>
    <dgm:cxn modelId="{6AE27A11-7E29-4CF8-997E-E59C45837493}" type="presParOf" srcId="{C87DCAB4-BE42-40B0-A2BC-875C284D941B}" destId="{B8D8A3EA-0C59-4013-96F7-79E80F21CB63}" srcOrd="0" destOrd="0" presId="urn:microsoft.com/office/officeart/2005/8/layout/hierarchy1"/>
    <dgm:cxn modelId="{3D9E0B3A-33AC-49B0-B140-A76200B1234D}" type="presParOf" srcId="{B8D8A3EA-0C59-4013-96F7-79E80F21CB63}" destId="{FFFB8855-1341-4585-AFCA-043B0E593D8B}" srcOrd="0" destOrd="0" presId="urn:microsoft.com/office/officeart/2005/8/layout/hierarchy1"/>
    <dgm:cxn modelId="{AF539BBC-15B1-4139-9AD0-F790FCD7A41E}" type="presParOf" srcId="{B8D8A3EA-0C59-4013-96F7-79E80F21CB63}" destId="{A1398C71-29D9-4FB5-B388-BED9BB068FB9}" srcOrd="1" destOrd="0" presId="urn:microsoft.com/office/officeart/2005/8/layout/hierarchy1"/>
    <dgm:cxn modelId="{0A34F029-AB95-4653-B0EC-6994715511DE}" type="presParOf" srcId="{C87DCAB4-BE42-40B0-A2BC-875C284D941B}" destId="{589A11F6-9E4A-48FD-AC59-0A74D7DDF16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96BA776-C253-44C5-AFDD-F74903CAD88E}" type="doc">
      <dgm:prSet loTypeId="urn:microsoft.com/office/officeart/2005/8/layout/vList2" loCatId="list" qsTypeId="urn:microsoft.com/office/officeart/2005/8/quickstyle/simple2" qsCatId="simple" csTypeId="urn:microsoft.com/office/officeart/2005/8/colors/colorful2" csCatId="colorful" phldr="1"/>
      <dgm:spPr/>
      <dgm:t>
        <a:bodyPr/>
        <a:lstStyle/>
        <a:p>
          <a:endParaRPr lang="en-US"/>
        </a:p>
      </dgm:t>
    </dgm:pt>
    <dgm:pt modelId="{84FC441E-EE7C-4D3B-A0D2-667A1E24C25C}">
      <dgm:prSet phldrT="[Text]"/>
      <dgm:spPr/>
      <dgm:t>
        <a:bodyPr/>
        <a:lstStyle/>
        <a:p>
          <a:r>
            <a:rPr lang="en-US" dirty="0" smtClean="0"/>
            <a:t>Reflex Movements </a:t>
          </a:r>
          <a:endParaRPr lang="en-US" dirty="0"/>
        </a:p>
      </dgm:t>
    </dgm:pt>
    <dgm:pt modelId="{50012B57-F4C1-48E3-85D6-293C8DA836E3}" type="parTrans" cxnId="{94CD7133-AAA3-4FC0-8C1A-75A5F84BBF8B}">
      <dgm:prSet/>
      <dgm:spPr/>
      <dgm:t>
        <a:bodyPr/>
        <a:lstStyle/>
        <a:p>
          <a:endParaRPr lang="en-US"/>
        </a:p>
      </dgm:t>
    </dgm:pt>
    <dgm:pt modelId="{E9E079EC-90F1-4406-BAD0-8598BDD9E732}" type="sibTrans" cxnId="{94CD7133-AAA3-4FC0-8C1A-75A5F84BBF8B}">
      <dgm:prSet/>
      <dgm:spPr/>
      <dgm:t>
        <a:bodyPr/>
        <a:lstStyle/>
        <a:p>
          <a:endParaRPr lang="en-US"/>
        </a:p>
      </dgm:t>
    </dgm:pt>
    <dgm:pt modelId="{F64F827F-C7B0-4AE2-A96B-51E903A66D91}">
      <dgm:prSet phldrT="[Text]"/>
      <dgm:spPr/>
      <dgm:t>
        <a:bodyPr/>
        <a:lstStyle/>
        <a:p>
          <a:r>
            <a:rPr lang="en-US" dirty="0" smtClean="0"/>
            <a:t>To flex, to stretch, to straighten</a:t>
          </a:r>
          <a:endParaRPr lang="en-US" dirty="0"/>
        </a:p>
      </dgm:t>
    </dgm:pt>
    <dgm:pt modelId="{A9C54EAA-9A25-4836-80C8-E0661B2C2DC2}" type="parTrans" cxnId="{FB64B422-98F0-4B1E-9EC5-8C94C7FB439E}">
      <dgm:prSet/>
      <dgm:spPr/>
      <dgm:t>
        <a:bodyPr/>
        <a:lstStyle/>
        <a:p>
          <a:endParaRPr lang="en-US"/>
        </a:p>
      </dgm:t>
    </dgm:pt>
    <dgm:pt modelId="{0BD67376-02EA-4756-A092-6A1B5E147275}" type="sibTrans" cxnId="{FB64B422-98F0-4B1E-9EC5-8C94C7FB439E}">
      <dgm:prSet/>
      <dgm:spPr/>
      <dgm:t>
        <a:bodyPr/>
        <a:lstStyle/>
        <a:p>
          <a:endParaRPr lang="en-US"/>
        </a:p>
      </dgm:t>
    </dgm:pt>
    <dgm:pt modelId="{F24FB65D-EC59-4BCB-A30B-6F6C2C3B3AC9}">
      <dgm:prSet phldrT="[Text]"/>
      <dgm:spPr/>
      <dgm:t>
        <a:bodyPr/>
        <a:lstStyle/>
        <a:p>
          <a:r>
            <a:rPr lang="en-US" dirty="0" smtClean="0"/>
            <a:t>Fundamental Movements </a:t>
          </a:r>
          <a:endParaRPr lang="en-US" dirty="0"/>
        </a:p>
      </dgm:t>
    </dgm:pt>
    <dgm:pt modelId="{0FB437F1-854B-4BA9-B5C1-E235C449D27B}" type="parTrans" cxnId="{79EEE9F8-2B77-411C-AAA6-CD6C78D61B05}">
      <dgm:prSet/>
      <dgm:spPr/>
      <dgm:t>
        <a:bodyPr/>
        <a:lstStyle/>
        <a:p>
          <a:endParaRPr lang="en-US"/>
        </a:p>
      </dgm:t>
    </dgm:pt>
    <dgm:pt modelId="{CAC128DF-0686-4669-A3F9-61F115ADC902}" type="sibTrans" cxnId="{79EEE9F8-2B77-411C-AAA6-CD6C78D61B05}">
      <dgm:prSet/>
      <dgm:spPr/>
      <dgm:t>
        <a:bodyPr/>
        <a:lstStyle/>
        <a:p>
          <a:endParaRPr lang="en-US"/>
        </a:p>
      </dgm:t>
    </dgm:pt>
    <dgm:pt modelId="{8B878E84-ABEC-4A8F-9C1F-0EE4F707BF28}">
      <dgm:prSet phldrT="[Text]"/>
      <dgm:spPr/>
      <dgm:t>
        <a:bodyPr/>
        <a:lstStyle/>
        <a:p>
          <a:r>
            <a:rPr lang="en-US" dirty="0" smtClean="0"/>
            <a:t>To crawl, to creep, to slide, to walk</a:t>
          </a:r>
          <a:endParaRPr lang="en-US" dirty="0"/>
        </a:p>
      </dgm:t>
    </dgm:pt>
    <dgm:pt modelId="{3072BB05-6334-4D7B-9B1B-F3150F467837}" type="parTrans" cxnId="{58049C6E-9B81-4682-A9B3-7FD8398892FB}">
      <dgm:prSet/>
      <dgm:spPr/>
      <dgm:t>
        <a:bodyPr/>
        <a:lstStyle/>
        <a:p>
          <a:endParaRPr lang="en-US"/>
        </a:p>
      </dgm:t>
    </dgm:pt>
    <dgm:pt modelId="{DEB5AD19-0B2C-4BC5-9D95-A820F4AA1255}" type="sibTrans" cxnId="{58049C6E-9B81-4682-A9B3-7FD8398892FB}">
      <dgm:prSet/>
      <dgm:spPr/>
      <dgm:t>
        <a:bodyPr/>
        <a:lstStyle/>
        <a:p>
          <a:endParaRPr lang="en-US"/>
        </a:p>
      </dgm:t>
    </dgm:pt>
    <dgm:pt modelId="{C5A5CCB3-1789-43FF-B092-B27811C41655}">
      <dgm:prSet phldrT="[Text]"/>
      <dgm:spPr/>
      <dgm:t>
        <a:bodyPr/>
        <a:lstStyle/>
        <a:p>
          <a:r>
            <a:rPr lang="en-US" smtClean="0"/>
            <a:t>Perceptual abilities </a:t>
          </a:r>
          <a:endParaRPr lang="en-US" dirty="0"/>
        </a:p>
      </dgm:t>
    </dgm:pt>
    <dgm:pt modelId="{3EB11D02-F5D9-4F0A-BF14-A997C2EC7370}" type="parTrans" cxnId="{FADCB03F-B3F6-4431-841F-8A89EDCF9528}">
      <dgm:prSet/>
      <dgm:spPr/>
      <dgm:t>
        <a:bodyPr/>
        <a:lstStyle/>
        <a:p>
          <a:endParaRPr lang="en-US"/>
        </a:p>
      </dgm:t>
    </dgm:pt>
    <dgm:pt modelId="{346D351E-341C-4BCF-91F6-2FA563DFB0E3}" type="sibTrans" cxnId="{FADCB03F-B3F6-4431-841F-8A89EDCF9528}">
      <dgm:prSet/>
      <dgm:spPr/>
      <dgm:t>
        <a:bodyPr/>
        <a:lstStyle/>
        <a:p>
          <a:endParaRPr lang="en-US"/>
        </a:p>
      </dgm:t>
    </dgm:pt>
    <dgm:pt modelId="{C5002595-52F4-43D1-B046-F9C664C1A9CD}">
      <dgm:prSet phldrT="[Text]"/>
      <dgm:spPr/>
      <dgm:t>
        <a:bodyPr/>
        <a:lstStyle/>
        <a:p>
          <a:r>
            <a:rPr lang="en-US" dirty="0" smtClean="0"/>
            <a:t>To catch, to bounce, to eat</a:t>
          </a:r>
          <a:endParaRPr lang="en-US" dirty="0"/>
        </a:p>
      </dgm:t>
    </dgm:pt>
    <dgm:pt modelId="{674B8903-42FA-4C15-A278-3610F133AD58}" type="parTrans" cxnId="{75BBE957-CF81-46AD-BA5A-8A3E0277CD21}">
      <dgm:prSet/>
      <dgm:spPr/>
      <dgm:t>
        <a:bodyPr/>
        <a:lstStyle/>
        <a:p>
          <a:endParaRPr lang="en-US"/>
        </a:p>
      </dgm:t>
    </dgm:pt>
    <dgm:pt modelId="{C103983E-1EA8-4BA4-8FF2-D7243211C7A7}" type="sibTrans" cxnId="{75BBE957-CF81-46AD-BA5A-8A3E0277CD21}">
      <dgm:prSet/>
      <dgm:spPr/>
      <dgm:t>
        <a:bodyPr/>
        <a:lstStyle/>
        <a:p>
          <a:endParaRPr lang="en-US"/>
        </a:p>
      </dgm:t>
    </dgm:pt>
    <dgm:pt modelId="{188C2791-DB3D-4581-B2F6-38A0B53B15B8}">
      <dgm:prSet phldrT="[Text]"/>
      <dgm:spPr/>
      <dgm:t>
        <a:bodyPr/>
        <a:lstStyle/>
        <a:p>
          <a:r>
            <a:rPr lang="en-US" dirty="0" smtClean="0"/>
            <a:t>Physical Abilities</a:t>
          </a:r>
        </a:p>
      </dgm:t>
    </dgm:pt>
    <dgm:pt modelId="{12AB5595-329D-4198-82ED-2355E8E8815D}" type="parTrans" cxnId="{55A04788-7447-4B77-B97E-31478D13EEEF}">
      <dgm:prSet/>
      <dgm:spPr/>
      <dgm:t>
        <a:bodyPr/>
        <a:lstStyle/>
        <a:p>
          <a:endParaRPr lang="en-US"/>
        </a:p>
      </dgm:t>
    </dgm:pt>
    <dgm:pt modelId="{E3D3894D-DE9D-481B-9479-A2554006EABC}" type="sibTrans" cxnId="{55A04788-7447-4B77-B97E-31478D13EEEF}">
      <dgm:prSet/>
      <dgm:spPr/>
      <dgm:t>
        <a:bodyPr/>
        <a:lstStyle/>
        <a:p>
          <a:endParaRPr lang="en-US"/>
        </a:p>
      </dgm:t>
    </dgm:pt>
    <dgm:pt modelId="{F06ACC91-4576-4CA3-AED6-F410ACBB342B}">
      <dgm:prSet phldrT="[Text]"/>
      <dgm:spPr/>
      <dgm:t>
        <a:bodyPr/>
        <a:lstStyle/>
        <a:p>
          <a:r>
            <a:rPr lang="en-US" dirty="0" smtClean="0"/>
            <a:t>To endure, to improve, to increase</a:t>
          </a:r>
        </a:p>
      </dgm:t>
    </dgm:pt>
    <dgm:pt modelId="{4CFDD500-932B-4FC0-A0AF-376F160C230B}" type="parTrans" cxnId="{E15D65E1-7A4C-4F6F-859C-3BFC050D1577}">
      <dgm:prSet/>
      <dgm:spPr/>
      <dgm:t>
        <a:bodyPr/>
        <a:lstStyle/>
        <a:p>
          <a:endParaRPr lang="en-US"/>
        </a:p>
      </dgm:t>
    </dgm:pt>
    <dgm:pt modelId="{16351F67-F711-49D5-965C-4428432F20E2}" type="sibTrans" cxnId="{E15D65E1-7A4C-4F6F-859C-3BFC050D1577}">
      <dgm:prSet/>
      <dgm:spPr/>
      <dgm:t>
        <a:bodyPr/>
        <a:lstStyle/>
        <a:p>
          <a:endParaRPr lang="en-US"/>
        </a:p>
      </dgm:t>
    </dgm:pt>
    <dgm:pt modelId="{0F236AA8-B110-4D5F-A1DD-8300D23A5AAB}">
      <dgm:prSet phldrT="[Text]"/>
      <dgm:spPr/>
      <dgm:t>
        <a:bodyPr/>
        <a:lstStyle/>
        <a:p>
          <a:r>
            <a:rPr lang="en-US" smtClean="0"/>
            <a:t>Skilled </a:t>
          </a:r>
          <a:endParaRPr lang="en-US" dirty="0" smtClean="0"/>
        </a:p>
      </dgm:t>
    </dgm:pt>
    <dgm:pt modelId="{2CBBDA1A-4CFF-4C3A-8AF3-6974EE6151DD}" type="parTrans" cxnId="{41BA9C8D-B2F3-4502-A36F-D0F0EFF02CBD}">
      <dgm:prSet/>
      <dgm:spPr/>
      <dgm:t>
        <a:bodyPr/>
        <a:lstStyle/>
        <a:p>
          <a:endParaRPr lang="en-US"/>
        </a:p>
      </dgm:t>
    </dgm:pt>
    <dgm:pt modelId="{AE4A86E8-17AF-43CE-8FFF-382BB5501DD8}" type="sibTrans" cxnId="{41BA9C8D-B2F3-4502-A36F-D0F0EFF02CBD}">
      <dgm:prSet/>
      <dgm:spPr/>
      <dgm:t>
        <a:bodyPr/>
        <a:lstStyle/>
        <a:p>
          <a:endParaRPr lang="en-US"/>
        </a:p>
      </dgm:t>
    </dgm:pt>
    <dgm:pt modelId="{6A2208AA-913F-4BE7-9DB3-7066D0454B86}">
      <dgm:prSet phldrT="[Text]"/>
      <dgm:spPr/>
      <dgm:t>
        <a:bodyPr/>
        <a:lstStyle/>
        <a:p>
          <a:r>
            <a:rPr lang="en-US" dirty="0" smtClean="0"/>
            <a:t>To waltz, to type, to play the piano</a:t>
          </a:r>
        </a:p>
      </dgm:t>
    </dgm:pt>
    <dgm:pt modelId="{60BA0212-A9D2-4ABF-8604-6FF3D82F6400}" type="parTrans" cxnId="{0F075C48-0F87-4311-B326-28CF8887F6BD}">
      <dgm:prSet/>
      <dgm:spPr/>
      <dgm:t>
        <a:bodyPr/>
        <a:lstStyle/>
        <a:p>
          <a:endParaRPr lang="en-US"/>
        </a:p>
      </dgm:t>
    </dgm:pt>
    <dgm:pt modelId="{03134D28-5E4E-48FD-B933-00D92FDA94D0}" type="sibTrans" cxnId="{0F075C48-0F87-4311-B326-28CF8887F6BD}">
      <dgm:prSet/>
      <dgm:spPr/>
      <dgm:t>
        <a:bodyPr/>
        <a:lstStyle/>
        <a:p>
          <a:endParaRPr lang="en-US"/>
        </a:p>
      </dgm:t>
    </dgm:pt>
    <dgm:pt modelId="{BB5B9A7C-3FDC-4AC7-959C-A30AA873FC53}">
      <dgm:prSet phldrT="[Text]"/>
      <dgm:spPr/>
      <dgm:t>
        <a:bodyPr/>
        <a:lstStyle/>
        <a:p>
          <a:r>
            <a:rPr lang="en-US" dirty="0" smtClean="0"/>
            <a:t>Non-discursive Communication</a:t>
          </a:r>
        </a:p>
      </dgm:t>
    </dgm:pt>
    <dgm:pt modelId="{C14A5FA5-9AA7-4DC5-A95A-C1B2485FE900}" type="parTrans" cxnId="{51EDB527-A4A2-4A4A-A2F6-007F6BF33DA8}">
      <dgm:prSet/>
      <dgm:spPr/>
      <dgm:t>
        <a:bodyPr/>
        <a:lstStyle/>
        <a:p>
          <a:endParaRPr lang="en-US"/>
        </a:p>
      </dgm:t>
    </dgm:pt>
    <dgm:pt modelId="{2D0AC0F7-7D01-4196-B1C0-4CB30ECB337B}" type="sibTrans" cxnId="{51EDB527-A4A2-4A4A-A2F6-007F6BF33DA8}">
      <dgm:prSet/>
      <dgm:spPr/>
      <dgm:t>
        <a:bodyPr/>
        <a:lstStyle/>
        <a:p>
          <a:endParaRPr lang="en-US"/>
        </a:p>
      </dgm:t>
    </dgm:pt>
    <dgm:pt modelId="{0E3059CB-958C-4681-A9CB-61EC033B8596}">
      <dgm:prSet phldrT="[Text]">
        <dgm:style>
          <a:lnRef idx="1">
            <a:schemeClr val="accent3"/>
          </a:lnRef>
          <a:fillRef idx="2">
            <a:schemeClr val="accent3"/>
          </a:fillRef>
          <a:effectRef idx="1">
            <a:schemeClr val="accent3"/>
          </a:effectRef>
          <a:fontRef idx="minor">
            <a:schemeClr val="dk1"/>
          </a:fontRef>
        </dgm:style>
      </dgm:prSet>
      <dgm:spPr/>
      <dgm:t>
        <a:bodyPr/>
        <a:lstStyle/>
        <a:p>
          <a:r>
            <a:rPr lang="en-US" dirty="0" smtClean="0"/>
            <a:t>To gesture, to stand, to sit</a:t>
          </a:r>
        </a:p>
      </dgm:t>
    </dgm:pt>
    <dgm:pt modelId="{7DDC6CB9-7065-4DF0-B456-35851F7923E3}" type="parTrans" cxnId="{BD7661F6-2793-4E2A-87C6-E75E2916AACB}">
      <dgm:prSet/>
      <dgm:spPr/>
      <dgm:t>
        <a:bodyPr/>
        <a:lstStyle/>
        <a:p>
          <a:endParaRPr lang="en-US"/>
        </a:p>
      </dgm:t>
    </dgm:pt>
    <dgm:pt modelId="{3D427E91-7126-4193-8B91-5D7ECFB481DC}" type="sibTrans" cxnId="{BD7661F6-2793-4E2A-87C6-E75E2916AACB}">
      <dgm:prSet/>
      <dgm:spPr/>
      <dgm:t>
        <a:bodyPr/>
        <a:lstStyle/>
        <a:p>
          <a:endParaRPr lang="en-US"/>
        </a:p>
      </dgm:t>
    </dgm:pt>
    <dgm:pt modelId="{825B220A-6D01-4F13-B487-FA6730F4913E}" type="pres">
      <dgm:prSet presAssocID="{796BA776-C253-44C5-AFDD-F74903CAD88E}" presName="linear" presStyleCnt="0">
        <dgm:presLayoutVars>
          <dgm:animLvl val="lvl"/>
          <dgm:resizeHandles val="exact"/>
        </dgm:presLayoutVars>
      </dgm:prSet>
      <dgm:spPr/>
      <dgm:t>
        <a:bodyPr/>
        <a:lstStyle/>
        <a:p>
          <a:endParaRPr lang="en-US"/>
        </a:p>
      </dgm:t>
    </dgm:pt>
    <dgm:pt modelId="{E540F26B-2CAB-43FE-9CE0-7589C8A5F07D}" type="pres">
      <dgm:prSet presAssocID="{84FC441E-EE7C-4D3B-A0D2-667A1E24C25C}" presName="parentText" presStyleLbl="node1" presStyleIdx="0" presStyleCnt="6">
        <dgm:presLayoutVars>
          <dgm:chMax val="0"/>
          <dgm:bulletEnabled val="1"/>
        </dgm:presLayoutVars>
      </dgm:prSet>
      <dgm:spPr/>
      <dgm:t>
        <a:bodyPr/>
        <a:lstStyle/>
        <a:p>
          <a:endParaRPr lang="en-US"/>
        </a:p>
      </dgm:t>
    </dgm:pt>
    <dgm:pt modelId="{B904785A-F7D5-48B6-B7F9-101C5DFA7F99}" type="pres">
      <dgm:prSet presAssocID="{84FC441E-EE7C-4D3B-A0D2-667A1E24C25C}" presName="childText" presStyleLbl="revTx" presStyleIdx="0" presStyleCnt="6">
        <dgm:presLayoutVars>
          <dgm:bulletEnabled val="1"/>
        </dgm:presLayoutVars>
      </dgm:prSet>
      <dgm:spPr/>
      <dgm:t>
        <a:bodyPr/>
        <a:lstStyle/>
        <a:p>
          <a:endParaRPr lang="en-US"/>
        </a:p>
      </dgm:t>
    </dgm:pt>
    <dgm:pt modelId="{34DEB456-54C6-402E-8BAF-D56A3E0B52B9}" type="pres">
      <dgm:prSet presAssocID="{F24FB65D-EC59-4BCB-A30B-6F6C2C3B3AC9}" presName="parentText" presStyleLbl="node1" presStyleIdx="1" presStyleCnt="6">
        <dgm:presLayoutVars>
          <dgm:chMax val="0"/>
          <dgm:bulletEnabled val="1"/>
        </dgm:presLayoutVars>
      </dgm:prSet>
      <dgm:spPr/>
      <dgm:t>
        <a:bodyPr/>
        <a:lstStyle/>
        <a:p>
          <a:endParaRPr lang="en-US"/>
        </a:p>
      </dgm:t>
    </dgm:pt>
    <dgm:pt modelId="{3D13B8C5-4C8D-44E5-8121-414718FBD665}" type="pres">
      <dgm:prSet presAssocID="{F24FB65D-EC59-4BCB-A30B-6F6C2C3B3AC9}" presName="childText" presStyleLbl="revTx" presStyleIdx="1" presStyleCnt="6">
        <dgm:presLayoutVars>
          <dgm:bulletEnabled val="1"/>
        </dgm:presLayoutVars>
      </dgm:prSet>
      <dgm:spPr/>
      <dgm:t>
        <a:bodyPr/>
        <a:lstStyle/>
        <a:p>
          <a:endParaRPr lang="en-US"/>
        </a:p>
      </dgm:t>
    </dgm:pt>
    <dgm:pt modelId="{73FB5E82-035A-49B2-91C9-1F12384A846F}" type="pres">
      <dgm:prSet presAssocID="{C5A5CCB3-1789-43FF-B092-B27811C41655}" presName="parentText" presStyleLbl="node1" presStyleIdx="2" presStyleCnt="6">
        <dgm:presLayoutVars>
          <dgm:chMax val="0"/>
          <dgm:bulletEnabled val="1"/>
        </dgm:presLayoutVars>
      </dgm:prSet>
      <dgm:spPr/>
      <dgm:t>
        <a:bodyPr/>
        <a:lstStyle/>
        <a:p>
          <a:endParaRPr lang="en-US"/>
        </a:p>
      </dgm:t>
    </dgm:pt>
    <dgm:pt modelId="{1B71AAC4-BAD3-49D2-A20C-3A087132C6B0}" type="pres">
      <dgm:prSet presAssocID="{C5A5CCB3-1789-43FF-B092-B27811C41655}" presName="childText" presStyleLbl="revTx" presStyleIdx="2" presStyleCnt="6">
        <dgm:presLayoutVars>
          <dgm:bulletEnabled val="1"/>
        </dgm:presLayoutVars>
      </dgm:prSet>
      <dgm:spPr/>
      <dgm:t>
        <a:bodyPr/>
        <a:lstStyle/>
        <a:p>
          <a:endParaRPr lang="en-US"/>
        </a:p>
      </dgm:t>
    </dgm:pt>
    <dgm:pt modelId="{1916845F-CFA3-491A-873C-777B129A3F9E}" type="pres">
      <dgm:prSet presAssocID="{188C2791-DB3D-4581-B2F6-38A0B53B15B8}" presName="parentText" presStyleLbl="node1" presStyleIdx="3" presStyleCnt="6">
        <dgm:presLayoutVars>
          <dgm:chMax val="0"/>
          <dgm:bulletEnabled val="1"/>
        </dgm:presLayoutVars>
      </dgm:prSet>
      <dgm:spPr/>
      <dgm:t>
        <a:bodyPr/>
        <a:lstStyle/>
        <a:p>
          <a:endParaRPr lang="en-US"/>
        </a:p>
      </dgm:t>
    </dgm:pt>
    <dgm:pt modelId="{257623DA-60D1-490A-A416-B98C610F1892}" type="pres">
      <dgm:prSet presAssocID="{188C2791-DB3D-4581-B2F6-38A0B53B15B8}" presName="childText" presStyleLbl="revTx" presStyleIdx="3" presStyleCnt="6">
        <dgm:presLayoutVars>
          <dgm:bulletEnabled val="1"/>
        </dgm:presLayoutVars>
      </dgm:prSet>
      <dgm:spPr/>
      <dgm:t>
        <a:bodyPr/>
        <a:lstStyle/>
        <a:p>
          <a:endParaRPr lang="en-US"/>
        </a:p>
      </dgm:t>
    </dgm:pt>
    <dgm:pt modelId="{8E15EC19-CA36-4334-8E8A-7C79A399796E}" type="pres">
      <dgm:prSet presAssocID="{0F236AA8-B110-4D5F-A1DD-8300D23A5AAB}" presName="parentText" presStyleLbl="node1" presStyleIdx="4" presStyleCnt="6">
        <dgm:presLayoutVars>
          <dgm:chMax val="0"/>
          <dgm:bulletEnabled val="1"/>
        </dgm:presLayoutVars>
      </dgm:prSet>
      <dgm:spPr/>
      <dgm:t>
        <a:bodyPr/>
        <a:lstStyle/>
        <a:p>
          <a:endParaRPr lang="en-US"/>
        </a:p>
      </dgm:t>
    </dgm:pt>
    <dgm:pt modelId="{CEBD3BAE-D126-408A-9F42-8DCCF4FDFEA9}" type="pres">
      <dgm:prSet presAssocID="{0F236AA8-B110-4D5F-A1DD-8300D23A5AAB}" presName="childText" presStyleLbl="revTx" presStyleIdx="4" presStyleCnt="6">
        <dgm:presLayoutVars>
          <dgm:bulletEnabled val="1"/>
        </dgm:presLayoutVars>
      </dgm:prSet>
      <dgm:spPr/>
      <dgm:t>
        <a:bodyPr/>
        <a:lstStyle/>
        <a:p>
          <a:endParaRPr lang="en-US"/>
        </a:p>
      </dgm:t>
    </dgm:pt>
    <dgm:pt modelId="{D7966E5C-8C64-40DF-AF50-035B2BD4342A}" type="pres">
      <dgm:prSet presAssocID="{BB5B9A7C-3FDC-4AC7-959C-A30AA873FC53}" presName="parentText" presStyleLbl="node1" presStyleIdx="5" presStyleCnt="6">
        <dgm:presLayoutVars>
          <dgm:chMax val="0"/>
          <dgm:bulletEnabled val="1"/>
        </dgm:presLayoutVars>
      </dgm:prSet>
      <dgm:spPr/>
      <dgm:t>
        <a:bodyPr/>
        <a:lstStyle/>
        <a:p>
          <a:endParaRPr lang="en-US"/>
        </a:p>
      </dgm:t>
    </dgm:pt>
    <dgm:pt modelId="{26F1129B-776C-44A3-8F4E-C2649DB3874A}" type="pres">
      <dgm:prSet presAssocID="{BB5B9A7C-3FDC-4AC7-959C-A30AA873FC53}" presName="childText" presStyleLbl="revTx" presStyleIdx="5" presStyleCnt="6">
        <dgm:presLayoutVars>
          <dgm:bulletEnabled val="1"/>
        </dgm:presLayoutVars>
      </dgm:prSet>
      <dgm:spPr/>
      <dgm:t>
        <a:bodyPr/>
        <a:lstStyle/>
        <a:p>
          <a:endParaRPr lang="en-US"/>
        </a:p>
      </dgm:t>
    </dgm:pt>
  </dgm:ptLst>
  <dgm:cxnLst>
    <dgm:cxn modelId="{B27A52CB-3A23-42EA-AF17-2910A9B5D14D}" type="presOf" srcId="{F24FB65D-EC59-4BCB-A30B-6F6C2C3B3AC9}" destId="{34DEB456-54C6-402E-8BAF-D56A3E0B52B9}" srcOrd="0" destOrd="0" presId="urn:microsoft.com/office/officeart/2005/8/layout/vList2"/>
    <dgm:cxn modelId="{51EDB527-A4A2-4A4A-A2F6-007F6BF33DA8}" srcId="{796BA776-C253-44C5-AFDD-F74903CAD88E}" destId="{BB5B9A7C-3FDC-4AC7-959C-A30AA873FC53}" srcOrd="5" destOrd="0" parTransId="{C14A5FA5-9AA7-4DC5-A95A-C1B2485FE900}" sibTransId="{2D0AC0F7-7D01-4196-B1C0-4CB30ECB337B}"/>
    <dgm:cxn modelId="{0F075C48-0F87-4311-B326-28CF8887F6BD}" srcId="{0F236AA8-B110-4D5F-A1DD-8300D23A5AAB}" destId="{6A2208AA-913F-4BE7-9DB3-7066D0454B86}" srcOrd="0" destOrd="0" parTransId="{60BA0212-A9D2-4ABF-8604-6FF3D82F6400}" sibTransId="{03134D28-5E4E-48FD-B933-00D92FDA94D0}"/>
    <dgm:cxn modelId="{834B9B8E-E6ED-4F32-9DCB-325BA3BE0A2F}" type="presOf" srcId="{188C2791-DB3D-4581-B2F6-38A0B53B15B8}" destId="{1916845F-CFA3-491A-873C-777B129A3F9E}" srcOrd="0" destOrd="0" presId="urn:microsoft.com/office/officeart/2005/8/layout/vList2"/>
    <dgm:cxn modelId="{7CF94F56-F01D-4058-8024-9F0DF15B0E44}" type="presOf" srcId="{6A2208AA-913F-4BE7-9DB3-7066D0454B86}" destId="{CEBD3BAE-D126-408A-9F42-8DCCF4FDFEA9}" srcOrd="0" destOrd="0" presId="urn:microsoft.com/office/officeart/2005/8/layout/vList2"/>
    <dgm:cxn modelId="{2048F8B6-9532-4903-8FCB-4F372919205E}" type="presOf" srcId="{F06ACC91-4576-4CA3-AED6-F410ACBB342B}" destId="{257623DA-60D1-490A-A416-B98C610F1892}" srcOrd="0" destOrd="0" presId="urn:microsoft.com/office/officeart/2005/8/layout/vList2"/>
    <dgm:cxn modelId="{58049C6E-9B81-4682-A9B3-7FD8398892FB}" srcId="{F24FB65D-EC59-4BCB-A30B-6F6C2C3B3AC9}" destId="{8B878E84-ABEC-4A8F-9C1F-0EE4F707BF28}" srcOrd="0" destOrd="0" parTransId="{3072BB05-6334-4D7B-9B1B-F3150F467837}" sibTransId="{DEB5AD19-0B2C-4BC5-9D95-A820F4AA1255}"/>
    <dgm:cxn modelId="{48FACE87-5D31-4051-B626-E3820F646876}" type="presOf" srcId="{C5A5CCB3-1789-43FF-B092-B27811C41655}" destId="{73FB5E82-035A-49B2-91C9-1F12384A846F}" srcOrd="0" destOrd="0" presId="urn:microsoft.com/office/officeart/2005/8/layout/vList2"/>
    <dgm:cxn modelId="{552D2B36-B19A-4A19-9668-D5A070277D7D}" type="presOf" srcId="{BB5B9A7C-3FDC-4AC7-959C-A30AA873FC53}" destId="{D7966E5C-8C64-40DF-AF50-035B2BD4342A}" srcOrd="0" destOrd="0" presId="urn:microsoft.com/office/officeart/2005/8/layout/vList2"/>
    <dgm:cxn modelId="{41BA9C8D-B2F3-4502-A36F-D0F0EFF02CBD}" srcId="{796BA776-C253-44C5-AFDD-F74903CAD88E}" destId="{0F236AA8-B110-4D5F-A1DD-8300D23A5AAB}" srcOrd="4" destOrd="0" parTransId="{2CBBDA1A-4CFF-4C3A-8AF3-6974EE6151DD}" sibTransId="{AE4A86E8-17AF-43CE-8FFF-382BB5501DD8}"/>
    <dgm:cxn modelId="{94CD7133-AAA3-4FC0-8C1A-75A5F84BBF8B}" srcId="{796BA776-C253-44C5-AFDD-F74903CAD88E}" destId="{84FC441E-EE7C-4D3B-A0D2-667A1E24C25C}" srcOrd="0" destOrd="0" parTransId="{50012B57-F4C1-48E3-85D6-293C8DA836E3}" sibTransId="{E9E079EC-90F1-4406-BAD0-8598BDD9E732}"/>
    <dgm:cxn modelId="{A753A5BE-3262-4DE9-8D72-F11C1492209F}" type="presOf" srcId="{0F236AA8-B110-4D5F-A1DD-8300D23A5AAB}" destId="{8E15EC19-CA36-4334-8E8A-7C79A399796E}" srcOrd="0" destOrd="0" presId="urn:microsoft.com/office/officeart/2005/8/layout/vList2"/>
    <dgm:cxn modelId="{E15D65E1-7A4C-4F6F-859C-3BFC050D1577}" srcId="{188C2791-DB3D-4581-B2F6-38A0B53B15B8}" destId="{F06ACC91-4576-4CA3-AED6-F410ACBB342B}" srcOrd="0" destOrd="0" parTransId="{4CFDD500-932B-4FC0-A0AF-376F160C230B}" sibTransId="{16351F67-F711-49D5-965C-4428432F20E2}"/>
    <dgm:cxn modelId="{60ACFB24-D7E4-400C-85F8-FEDA4B64A1DD}" type="presOf" srcId="{8B878E84-ABEC-4A8F-9C1F-0EE4F707BF28}" destId="{3D13B8C5-4C8D-44E5-8121-414718FBD665}" srcOrd="0" destOrd="0" presId="urn:microsoft.com/office/officeart/2005/8/layout/vList2"/>
    <dgm:cxn modelId="{FB64B422-98F0-4B1E-9EC5-8C94C7FB439E}" srcId="{84FC441E-EE7C-4D3B-A0D2-667A1E24C25C}" destId="{F64F827F-C7B0-4AE2-A96B-51E903A66D91}" srcOrd="0" destOrd="0" parTransId="{A9C54EAA-9A25-4836-80C8-E0661B2C2DC2}" sibTransId="{0BD67376-02EA-4756-A092-6A1B5E147275}"/>
    <dgm:cxn modelId="{79EEE9F8-2B77-411C-AAA6-CD6C78D61B05}" srcId="{796BA776-C253-44C5-AFDD-F74903CAD88E}" destId="{F24FB65D-EC59-4BCB-A30B-6F6C2C3B3AC9}" srcOrd="1" destOrd="0" parTransId="{0FB437F1-854B-4BA9-B5C1-E235C449D27B}" sibTransId="{CAC128DF-0686-4669-A3F9-61F115ADC902}"/>
    <dgm:cxn modelId="{E382CFE5-212F-4C17-8F67-92030DED3B53}" type="presOf" srcId="{F64F827F-C7B0-4AE2-A96B-51E903A66D91}" destId="{B904785A-F7D5-48B6-B7F9-101C5DFA7F99}" srcOrd="0" destOrd="0" presId="urn:microsoft.com/office/officeart/2005/8/layout/vList2"/>
    <dgm:cxn modelId="{6687B1E2-6A4E-4C82-AD2E-593E4E0BC973}" type="presOf" srcId="{796BA776-C253-44C5-AFDD-F74903CAD88E}" destId="{825B220A-6D01-4F13-B487-FA6730F4913E}" srcOrd="0" destOrd="0" presId="urn:microsoft.com/office/officeart/2005/8/layout/vList2"/>
    <dgm:cxn modelId="{75BBE957-CF81-46AD-BA5A-8A3E0277CD21}" srcId="{C5A5CCB3-1789-43FF-B092-B27811C41655}" destId="{C5002595-52F4-43D1-B046-F9C664C1A9CD}" srcOrd="0" destOrd="0" parTransId="{674B8903-42FA-4C15-A278-3610F133AD58}" sibTransId="{C103983E-1EA8-4BA4-8FF2-D7243211C7A7}"/>
    <dgm:cxn modelId="{D63494C9-E60D-4B7A-9B97-FD41CE8CE060}" type="presOf" srcId="{0E3059CB-958C-4681-A9CB-61EC033B8596}" destId="{26F1129B-776C-44A3-8F4E-C2649DB3874A}" srcOrd="0" destOrd="0" presId="urn:microsoft.com/office/officeart/2005/8/layout/vList2"/>
    <dgm:cxn modelId="{EC381384-21E6-4B91-AE75-BC6BBA9B6366}" type="presOf" srcId="{C5002595-52F4-43D1-B046-F9C664C1A9CD}" destId="{1B71AAC4-BAD3-49D2-A20C-3A087132C6B0}" srcOrd="0" destOrd="0" presId="urn:microsoft.com/office/officeart/2005/8/layout/vList2"/>
    <dgm:cxn modelId="{B8051E70-AF42-49B8-A4F1-4563600B9DDF}" type="presOf" srcId="{84FC441E-EE7C-4D3B-A0D2-667A1E24C25C}" destId="{E540F26B-2CAB-43FE-9CE0-7589C8A5F07D}" srcOrd="0" destOrd="0" presId="urn:microsoft.com/office/officeart/2005/8/layout/vList2"/>
    <dgm:cxn modelId="{FADCB03F-B3F6-4431-841F-8A89EDCF9528}" srcId="{796BA776-C253-44C5-AFDD-F74903CAD88E}" destId="{C5A5CCB3-1789-43FF-B092-B27811C41655}" srcOrd="2" destOrd="0" parTransId="{3EB11D02-F5D9-4F0A-BF14-A997C2EC7370}" sibTransId="{346D351E-341C-4BCF-91F6-2FA563DFB0E3}"/>
    <dgm:cxn modelId="{BD7661F6-2793-4E2A-87C6-E75E2916AACB}" srcId="{BB5B9A7C-3FDC-4AC7-959C-A30AA873FC53}" destId="{0E3059CB-958C-4681-A9CB-61EC033B8596}" srcOrd="0" destOrd="0" parTransId="{7DDC6CB9-7065-4DF0-B456-35851F7923E3}" sibTransId="{3D427E91-7126-4193-8B91-5D7ECFB481DC}"/>
    <dgm:cxn modelId="{55A04788-7447-4B77-B97E-31478D13EEEF}" srcId="{796BA776-C253-44C5-AFDD-F74903CAD88E}" destId="{188C2791-DB3D-4581-B2F6-38A0B53B15B8}" srcOrd="3" destOrd="0" parTransId="{12AB5595-329D-4198-82ED-2355E8E8815D}" sibTransId="{E3D3894D-DE9D-481B-9479-A2554006EABC}"/>
    <dgm:cxn modelId="{94C6FF7D-15B5-4A91-961D-F3CB973D3EE8}" type="presParOf" srcId="{825B220A-6D01-4F13-B487-FA6730F4913E}" destId="{E540F26B-2CAB-43FE-9CE0-7589C8A5F07D}" srcOrd="0" destOrd="0" presId="urn:microsoft.com/office/officeart/2005/8/layout/vList2"/>
    <dgm:cxn modelId="{FD9F635E-FD84-465B-A33B-F512EDD6920B}" type="presParOf" srcId="{825B220A-6D01-4F13-B487-FA6730F4913E}" destId="{B904785A-F7D5-48B6-B7F9-101C5DFA7F99}" srcOrd="1" destOrd="0" presId="urn:microsoft.com/office/officeart/2005/8/layout/vList2"/>
    <dgm:cxn modelId="{B7A9554B-2FBB-438B-BDC5-C4C830B7D0A3}" type="presParOf" srcId="{825B220A-6D01-4F13-B487-FA6730F4913E}" destId="{34DEB456-54C6-402E-8BAF-D56A3E0B52B9}" srcOrd="2" destOrd="0" presId="urn:microsoft.com/office/officeart/2005/8/layout/vList2"/>
    <dgm:cxn modelId="{BE1ED308-B15C-42C3-9889-1751F9EC489A}" type="presParOf" srcId="{825B220A-6D01-4F13-B487-FA6730F4913E}" destId="{3D13B8C5-4C8D-44E5-8121-414718FBD665}" srcOrd="3" destOrd="0" presId="urn:microsoft.com/office/officeart/2005/8/layout/vList2"/>
    <dgm:cxn modelId="{2CCB03C4-8CB8-46FA-976D-C332C2947D47}" type="presParOf" srcId="{825B220A-6D01-4F13-B487-FA6730F4913E}" destId="{73FB5E82-035A-49B2-91C9-1F12384A846F}" srcOrd="4" destOrd="0" presId="urn:microsoft.com/office/officeart/2005/8/layout/vList2"/>
    <dgm:cxn modelId="{85AE6212-539A-4EFE-8BE3-2B080235CA60}" type="presParOf" srcId="{825B220A-6D01-4F13-B487-FA6730F4913E}" destId="{1B71AAC4-BAD3-49D2-A20C-3A087132C6B0}" srcOrd="5" destOrd="0" presId="urn:microsoft.com/office/officeart/2005/8/layout/vList2"/>
    <dgm:cxn modelId="{1F4C3E42-A798-46ED-A4CE-BFCDA3255D09}" type="presParOf" srcId="{825B220A-6D01-4F13-B487-FA6730F4913E}" destId="{1916845F-CFA3-491A-873C-777B129A3F9E}" srcOrd="6" destOrd="0" presId="urn:microsoft.com/office/officeart/2005/8/layout/vList2"/>
    <dgm:cxn modelId="{8B8EB035-B7CD-4D6E-AB8D-930303B64C66}" type="presParOf" srcId="{825B220A-6D01-4F13-B487-FA6730F4913E}" destId="{257623DA-60D1-490A-A416-B98C610F1892}" srcOrd="7" destOrd="0" presId="urn:microsoft.com/office/officeart/2005/8/layout/vList2"/>
    <dgm:cxn modelId="{CC31AE70-F50C-4A34-97E1-F05350302286}" type="presParOf" srcId="{825B220A-6D01-4F13-B487-FA6730F4913E}" destId="{8E15EC19-CA36-4334-8E8A-7C79A399796E}" srcOrd="8" destOrd="0" presId="urn:microsoft.com/office/officeart/2005/8/layout/vList2"/>
    <dgm:cxn modelId="{15E91006-4D93-4C54-9812-DA8743479ECB}" type="presParOf" srcId="{825B220A-6D01-4F13-B487-FA6730F4913E}" destId="{CEBD3BAE-D126-408A-9F42-8DCCF4FDFEA9}" srcOrd="9" destOrd="0" presId="urn:microsoft.com/office/officeart/2005/8/layout/vList2"/>
    <dgm:cxn modelId="{6EA66280-250A-4097-8BA1-BE2D1D6CC5A1}" type="presParOf" srcId="{825B220A-6D01-4F13-B487-FA6730F4913E}" destId="{D7966E5C-8C64-40DF-AF50-035B2BD4342A}" srcOrd="10" destOrd="0" presId="urn:microsoft.com/office/officeart/2005/8/layout/vList2"/>
    <dgm:cxn modelId="{CED22C64-C97E-4A5A-B6C8-F0F9AC7B9D69}" type="presParOf" srcId="{825B220A-6D01-4F13-B487-FA6730F4913E}" destId="{26F1129B-776C-44A3-8F4E-C2649DB3874A}"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E8EA0B6-B73D-46F1-BD2D-55433BEDAC05}" type="doc">
      <dgm:prSet loTypeId="urn:microsoft.com/office/officeart/2005/8/layout/arrow3" loCatId="relationship" qsTypeId="urn:microsoft.com/office/officeart/2005/8/quickstyle/3d2" qsCatId="3D" csTypeId="urn:microsoft.com/office/officeart/2005/8/colors/colorful1" csCatId="colorful" phldr="1"/>
      <dgm:spPr/>
      <dgm:t>
        <a:bodyPr/>
        <a:lstStyle/>
        <a:p>
          <a:endParaRPr lang="en-US"/>
        </a:p>
      </dgm:t>
    </dgm:pt>
    <dgm:pt modelId="{BE713B09-2144-4980-A057-22500264835B}">
      <dgm:prSet phldrT="[Text]" custT="1"/>
      <dgm:spPr/>
      <dgm:t>
        <a:bodyPr/>
        <a:lstStyle/>
        <a:p>
          <a:r>
            <a:rPr lang="en-US" sz="4400" dirty="0" smtClean="0">
              <a:latin typeface="Berlin Sans FB Demi" panose="020E0802020502020306" pitchFamily="34" charset="0"/>
            </a:rPr>
            <a:t>DIFFICULT</a:t>
          </a:r>
          <a:endParaRPr lang="en-US" sz="4400" dirty="0">
            <a:latin typeface="Berlin Sans FB Demi" panose="020E0802020502020306" pitchFamily="34" charset="0"/>
          </a:endParaRPr>
        </a:p>
      </dgm:t>
    </dgm:pt>
    <dgm:pt modelId="{D768FE39-AD64-482F-8233-5AB7983D9EAB}" type="parTrans" cxnId="{1C3B6E61-2F03-42B3-9282-AA432C852D5B}">
      <dgm:prSet/>
      <dgm:spPr/>
      <dgm:t>
        <a:bodyPr/>
        <a:lstStyle/>
        <a:p>
          <a:endParaRPr lang="en-US"/>
        </a:p>
      </dgm:t>
    </dgm:pt>
    <dgm:pt modelId="{77643847-F1C6-4839-BC31-B84DC3EC457E}" type="sibTrans" cxnId="{1C3B6E61-2F03-42B3-9282-AA432C852D5B}">
      <dgm:prSet/>
      <dgm:spPr/>
      <dgm:t>
        <a:bodyPr/>
        <a:lstStyle/>
        <a:p>
          <a:endParaRPr lang="en-US"/>
        </a:p>
      </dgm:t>
    </dgm:pt>
    <dgm:pt modelId="{33C6AD1A-944C-42AE-A770-9E856100CB5C}">
      <dgm:prSet phldrT="[Text]" custT="1"/>
      <dgm:spPr/>
      <dgm:t>
        <a:bodyPr/>
        <a:lstStyle/>
        <a:p>
          <a:r>
            <a:rPr lang="en-US" sz="7200" dirty="0" smtClean="0"/>
            <a:t>EASY</a:t>
          </a:r>
          <a:endParaRPr lang="en-US" sz="7200" dirty="0"/>
        </a:p>
      </dgm:t>
    </dgm:pt>
    <dgm:pt modelId="{92FC4260-0C3D-447D-8F8D-EF906CCD8911}" type="parTrans" cxnId="{21EA732B-99F8-4678-A1BB-279A46DDFDF6}">
      <dgm:prSet/>
      <dgm:spPr/>
      <dgm:t>
        <a:bodyPr/>
        <a:lstStyle/>
        <a:p>
          <a:endParaRPr lang="en-US"/>
        </a:p>
      </dgm:t>
    </dgm:pt>
    <dgm:pt modelId="{1A7C0A45-73E0-4217-B36F-E0DA60CC6F81}" type="sibTrans" cxnId="{21EA732B-99F8-4678-A1BB-279A46DDFDF6}">
      <dgm:prSet/>
      <dgm:spPr/>
      <dgm:t>
        <a:bodyPr/>
        <a:lstStyle/>
        <a:p>
          <a:endParaRPr lang="en-US"/>
        </a:p>
      </dgm:t>
    </dgm:pt>
    <dgm:pt modelId="{73E2DA21-CD50-4ACA-BC3A-5EACCF9E8F73}" type="pres">
      <dgm:prSet presAssocID="{7E8EA0B6-B73D-46F1-BD2D-55433BEDAC05}" presName="compositeShape" presStyleCnt="0">
        <dgm:presLayoutVars>
          <dgm:chMax val="2"/>
          <dgm:dir/>
          <dgm:resizeHandles val="exact"/>
        </dgm:presLayoutVars>
      </dgm:prSet>
      <dgm:spPr/>
      <dgm:t>
        <a:bodyPr/>
        <a:lstStyle/>
        <a:p>
          <a:endParaRPr lang="en-US"/>
        </a:p>
      </dgm:t>
    </dgm:pt>
    <dgm:pt modelId="{18C87E4C-8513-42B7-A04D-268722DA025A}" type="pres">
      <dgm:prSet presAssocID="{7E8EA0B6-B73D-46F1-BD2D-55433BEDAC05}" presName="divider" presStyleLbl="fgShp" presStyleIdx="0" presStyleCnt="1"/>
      <dgm:spPr/>
    </dgm:pt>
    <dgm:pt modelId="{B813087B-175B-4B64-8FD2-B58E813A3C5D}" type="pres">
      <dgm:prSet presAssocID="{BE713B09-2144-4980-A057-22500264835B}" presName="downArrow" presStyleLbl="node1" presStyleIdx="0" presStyleCnt="2"/>
      <dgm:spPr/>
    </dgm:pt>
    <dgm:pt modelId="{4C72D072-801B-48C7-AC05-564B4BD54314}" type="pres">
      <dgm:prSet presAssocID="{BE713B09-2144-4980-A057-22500264835B}" presName="downArrowText" presStyleLbl="revTx" presStyleIdx="0" presStyleCnt="2" custScaleX="193750">
        <dgm:presLayoutVars>
          <dgm:bulletEnabled val="1"/>
        </dgm:presLayoutVars>
      </dgm:prSet>
      <dgm:spPr/>
      <dgm:t>
        <a:bodyPr/>
        <a:lstStyle/>
        <a:p>
          <a:endParaRPr lang="en-US"/>
        </a:p>
      </dgm:t>
    </dgm:pt>
    <dgm:pt modelId="{3DF936A7-DA75-4B15-A6A8-49BFFC7C3CCF}" type="pres">
      <dgm:prSet presAssocID="{33C6AD1A-944C-42AE-A770-9E856100CB5C}" presName="upArrow" presStyleLbl="node1" presStyleIdx="1" presStyleCnt="2"/>
      <dgm:spPr/>
    </dgm:pt>
    <dgm:pt modelId="{92C84126-326B-4E48-B4BD-3ADE73451B4E}" type="pres">
      <dgm:prSet presAssocID="{33C6AD1A-944C-42AE-A770-9E856100CB5C}" presName="upArrowText" presStyleLbl="revTx" presStyleIdx="1" presStyleCnt="2" custScaleX="158239">
        <dgm:presLayoutVars>
          <dgm:bulletEnabled val="1"/>
        </dgm:presLayoutVars>
      </dgm:prSet>
      <dgm:spPr/>
      <dgm:t>
        <a:bodyPr/>
        <a:lstStyle/>
        <a:p>
          <a:endParaRPr lang="en-US"/>
        </a:p>
      </dgm:t>
    </dgm:pt>
  </dgm:ptLst>
  <dgm:cxnLst>
    <dgm:cxn modelId="{21EA732B-99F8-4678-A1BB-279A46DDFDF6}" srcId="{7E8EA0B6-B73D-46F1-BD2D-55433BEDAC05}" destId="{33C6AD1A-944C-42AE-A770-9E856100CB5C}" srcOrd="1" destOrd="0" parTransId="{92FC4260-0C3D-447D-8F8D-EF906CCD8911}" sibTransId="{1A7C0A45-73E0-4217-B36F-E0DA60CC6F81}"/>
    <dgm:cxn modelId="{1C3B6E61-2F03-42B3-9282-AA432C852D5B}" srcId="{7E8EA0B6-B73D-46F1-BD2D-55433BEDAC05}" destId="{BE713B09-2144-4980-A057-22500264835B}" srcOrd="0" destOrd="0" parTransId="{D768FE39-AD64-482F-8233-5AB7983D9EAB}" sibTransId="{77643847-F1C6-4839-BC31-B84DC3EC457E}"/>
    <dgm:cxn modelId="{9363C3A7-C6E2-4C95-94FC-5BE2D2CC5EA5}" type="presOf" srcId="{7E8EA0B6-B73D-46F1-BD2D-55433BEDAC05}" destId="{73E2DA21-CD50-4ACA-BC3A-5EACCF9E8F73}" srcOrd="0" destOrd="0" presId="urn:microsoft.com/office/officeart/2005/8/layout/arrow3"/>
    <dgm:cxn modelId="{79945B6A-176E-447E-86AD-91E5187A0D35}" type="presOf" srcId="{BE713B09-2144-4980-A057-22500264835B}" destId="{4C72D072-801B-48C7-AC05-564B4BD54314}" srcOrd="0" destOrd="0" presId="urn:microsoft.com/office/officeart/2005/8/layout/arrow3"/>
    <dgm:cxn modelId="{D0857652-7A74-4941-A9CD-7FBA9026F16C}" type="presOf" srcId="{33C6AD1A-944C-42AE-A770-9E856100CB5C}" destId="{92C84126-326B-4E48-B4BD-3ADE73451B4E}" srcOrd="0" destOrd="0" presId="urn:microsoft.com/office/officeart/2005/8/layout/arrow3"/>
    <dgm:cxn modelId="{356C3C1E-ECA2-48BB-99AD-60CD513AB36E}" type="presParOf" srcId="{73E2DA21-CD50-4ACA-BC3A-5EACCF9E8F73}" destId="{18C87E4C-8513-42B7-A04D-268722DA025A}" srcOrd="0" destOrd="0" presId="urn:microsoft.com/office/officeart/2005/8/layout/arrow3"/>
    <dgm:cxn modelId="{B7FCC57A-C098-4EFB-842F-E3F0432AB6F6}" type="presParOf" srcId="{73E2DA21-CD50-4ACA-BC3A-5EACCF9E8F73}" destId="{B813087B-175B-4B64-8FD2-B58E813A3C5D}" srcOrd="1" destOrd="0" presId="urn:microsoft.com/office/officeart/2005/8/layout/arrow3"/>
    <dgm:cxn modelId="{9D1C15D8-7F0B-4003-BF18-8CEB3E434377}" type="presParOf" srcId="{73E2DA21-CD50-4ACA-BC3A-5EACCF9E8F73}" destId="{4C72D072-801B-48C7-AC05-564B4BD54314}" srcOrd="2" destOrd="0" presId="urn:microsoft.com/office/officeart/2005/8/layout/arrow3"/>
    <dgm:cxn modelId="{1E9F452A-91C7-4DC1-9D08-D5A2551CF23F}" type="presParOf" srcId="{73E2DA21-CD50-4ACA-BC3A-5EACCF9E8F73}" destId="{3DF936A7-DA75-4B15-A6A8-49BFFC7C3CCF}" srcOrd="3" destOrd="0" presId="urn:microsoft.com/office/officeart/2005/8/layout/arrow3"/>
    <dgm:cxn modelId="{D69F31E8-A76B-45D4-86C5-EF89F2CF3682}" type="presParOf" srcId="{73E2DA21-CD50-4ACA-BC3A-5EACCF9E8F73}" destId="{92C84126-326B-4E48-B4BD-3ADE73451B4E}" srcOrd="4" destOrd="0" presId="urn:microsoft.com/office/officeart/2005/8/layout/arrow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0BD11C-2644-4AC6-87D9-19A8FBEFFDA7}">
      <dsp:nvSpPr>
        <dsp:cNvPr id="0" name=""/>
        <dsp:cNvSpPr/>
      </dsp:nvSpPr>
      <dsp:spPr>
        <a:xfrm rot="5400000">
          <a:off x="5690845" y="-2264222"/>
          <a:ext cx="1054149" cy="5852160"/>
        </a:xfrm>
        <a:prstGeom prst="round2Same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100965" rIns="201930" bIns="100965" numCol="1" spcCol="1270" anchor="ctr" anchorCtr="0">
          <a:noAutofit/>
        </a:bodyPr>
        <a:lstStyle/>
        <a:p>
          <a:pPr marL="285750" lvl="1" indent="-285750" algn="l" defTabSz="2355850">
            <a:lnSpc>
              <a:spcPct val="90000"/>
            </a:lnSpc>
            <a:spcBef>
              <a:spcPct val="0"/>
            </a:spcBef>
            <a:spcAft>
              <a:spcPct val="15000"/>
            </a:spcAft>
            <a:buChar char="••"/>
          </a:pPr>
          <a:r>
            <a:rPr lang="en-US" sz="5300" kern="1200" dirty="0" smtClean="0"/>
            <a:t>Objective</a:t>
          </a:r>
          <a:endParaRPr lang="en-US" sz="5300" kern="1200" dirty="0"/>
        </a:p>
      </dsp:txBody>
      <dsp:txXfrm rot="-5400000">
        <a:off x="3291840" y="186242"/>
        <a:ext cx="5800701" cy="951231"/>
      </dsp:txXfrm>
    </dsp:sp>
    <dsp:sp modelId="{63DE78BC-9CAB-4A74-96A9-166A34F94700}">
      <dsp:nvSpPr>
        <dsp:cNvPr id="0" name=""/>
        <dsp:cNvSpPr/>
      </dsp:nvSpPr>
      <dsp:spPr>
        <a:xfrm>
          <a:off x="0" y="3013"/>
          <a:ext cx="3291840" cy="131768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en-US" sz="6500" kern="1200" dirty="0" smtClean="0"/>
            <a:t>O</a:t>
          </a:r>
          <a:endParaRPr lang="en-US" sz="6500" kern="1200" dirty="0"/>
        </a:p>
      </dsp:txBody>
      <dsp:txXfrm>
        <a:off x="64324" y="67337"/>
        <a:ext cx="3163192" cy="1189039"/>
      </dsp:txXfrm>
    </dsp:sp>
    <dsp:sp modelId="{0C420F54-A77F-4137-8F67-C08ED05E174E}">
      <dsp:nvSpPr>
        <dsp:cNvPr id="0" name=""/>
        <dsp:cNvSpPr/>
      </dsp:nvSpPr>
      <dsp:spPr>
        <a:xfrm rot="5400000">
          <a:off x="5690845" y="-880651"/>
          <a:ext cx="1054149" cy="5852160"/>
        </a:xfrm>
        <a:prstGeom prst="round2SameRect">
          <a:avLst/>
        </a:prstGeom>
        <a:solidFill>
          <a:schemeClr val="accent2">
            <a:tint val="40000"/>
            <a:alpha val="90000"/>
            <a:hueOff val="1256455"/>
            <a:satOff val="-1094"/>
            <a:lumOff val="-1"/>
            <a:alphaOff val="0"/>
          </a:schemeClr>
        </a:solidFill>
        <a:ln w="25400" cap="flat" cmpd="sng" algn="ctr">
          <a:solidFill>
            <a:schemeClr val="accent2">
              <a:tint val="40000"/>
              <a:alpha val="90000"/>
              <a:hueOff val="1256455"/>
              <a:satOff val="-1094"/>
              <a:lumOff val="-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100965" rIns="201930" bIns="100965" numCol="1" spcCol="1270" anchor="ctr" anchorCtr="0">
          <a:noAutofit/>
        </a:bodyPr>
        <a:lstStyle/>
        <a:p>
          <a:pPr marL="285750" lvl="1" indent="-285750" algn="l" defTabSz="2355850">
            <a:lnSpc>
              <a:spcPct val="90000"/>
            </a:lnSpc>
            <a:spcBef>
              <a:spcPct val="0"/>
            </a:spcBef>
            <a:spcAft>
              <a:spcPct val="15000"/>
            </a:spcAft>
            <a:buChar char="••"/>
          </a:pPr>
          <a:r>
            <a:rPr lang="en-US" sz="5300" kern="1200" dirty="0" smtClean="0"/>
            <a:t>Subject Matter</a:t>
          </a:r>
          <a:endParaRPr lang="en-US" sz="5300" kern="1200" dirty="0"/>
        </a:p>
      </dsp:txBody>
      <dsp:txXfrm rot="-5400000">
        <a:off x="3291840" y="1569813"/>
        <a:ext cx="5800701" cy="951231"/>
      </dsp:txXfrm>
    </dsp:sp>
    <dsp:sp modelId="{F7D02B81-6393-4B61-A2DF-DDB200FF909A}">
      <dsp:nvSpPr>
        <dsp:cNvPr id="0" name=""/>
        <dsp:cNvSpPr/>
      </dsp:nvSpPr>
      <dsp:spPr>
        <a:xfrm>
          <a:off x="0" y="1386585"/>
          <a:ext cx="3291840" cy="1317687"/>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en-US" sz="6500" kern="1200" dirty="0" smtClean="0"/>
            <a:t>S</a:t>
          </a:r>
          <a:endParaRPr lang="en-US" sz="6500" kern="1200" dirty="0"/>
        </a:p>
      </dsp:txBody>
      <dsp:txXfrm>
        <a:off x="64324" y="1450909"/>
        <a:ext cx="3163192" cy="1189039"/>
      </dsp:txXfrm>
    </dsp:sp>
    <dsp:sp modelId="{46A81172-0949-4391-9F61-10B7D46AD8E2}">
      <dsp:nvSpPr>
        <dsp:cNvPr id="0" name=""/>
        <dsp:cNvSpPr/>
      </dsp:nvSpPr>
      <dsp:spPr>
        <a:xfrm rot="5400000">
          <a:off x="5690845" y="502920"/>
          <a:ext cx="1054149" cy="5852160"/>
        </a:xfrm>
        <a:prstGeom prst="round2Same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100965" rIns="201930" bIns="100965" numCol="1" spcCol="1270" anchor="ctr" anchorCtr="0">
          <a:noAutofit/>
        </a:bodyPr>
        <a:lstStyle/>
        <a:p>
          <a:pPr marL="285750" lvl="1" indent="-285750" algn="l" defTabSz="2355850">
            <a:lnSpc>
              <a:spcPct val="90000"/>
            </a:lnSpc>
            <a:spcBef>
              <a:spcPct val="0"/>
            </a:spcBef>
            <a:spcAft>
              <a:spcPct val="15000"/>
            </a:spcAft>
            <a:buChar char="••"/>
          </a:pPr>
          <a:r>
            <a:rPr lang="en-US" sz="5300" kern="1200" dirty="0" smtClean="0"/>
            <a:t>Learning Activities</a:t>
          </a:r>
          <a:endParaRPr lang="en-US" sz="5300" kern="1200" dirty="0"/>
        </a:p>
      </dsp:txBody>
      <dsp:txXfrm rot="-5400000">
        <a:off x="3291840" y="2953385"/>
        <a:ext cx="5800701" cy="951231"/>
      </dsp:txXfrm>
    </dsp:sp>
    <dsp:sp modelId="{FB6C3D35-EC3B-41B3-B21F-160E87C49737}">
      <dsp:nvSpPr>
        <dsp:cNvPr id="0" name=""/>
        <dsp:cNvSpPr/>
      </dsp:nvSpPr>
      <dsp:spPr>
        <a:xfrm>
          <a:off x="0" y="2770156"/>
          <a:ext cx="3291840" cy="1317687"/>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en-US" sz="6500" kern="1200" dirty="0" smtClean="0"/>
            <a:t>L</a:t>
          </a:r>
          <a:endParaRPr lang="en-US" sz="6500" kern="1200" dirty="0"/>
        </a:p>
      </dsp:txBody>
      <dsp:txXfrm>
        <a:off x="64324" y="2834480"/>
        <a:ext cx="3163192" cy="1189039"/>
      </dsp:txXfrm>
    </dsp:sp>
    <dsp:sp modelId="{BFD51329-3AF6-451A-A584-70A8A10BB7F8}">
      <dsp:nvSpPr>
        <dsp:cNvPr id="0" name=""/>
        <dsp:cNvSpPr/>
      </dsp:nvSpPr>
      <dsp:spPr>
        <a:xfrm rot="5400000">
          <a:off x="5690845" y="1886491"/>
          <a:ext cx="1054149" cy="5852160"/>
        </a:xfrm>
        <a:prstGeom prst="round2SameRect">
          <a:avLst/>
        </a:prstGeom>
        <a:solidFill>
          <a:schemeClr val="accent2">
            <a:tint val="40000"/>
            <a:alpha val="90000"/>
            <a:hueOff val="3769366"/>
            <a:satOff val="-3283"/>
            <a:lumOff val="-4"/>
            <a:alphaOff val="0"/>
          </a:schemeClr>
        </a:solidFill>
        <a:ln w="25400" cap="flat" cmpd="sng" algn="ctr">
          <a:solidFill>
            <a:schemeClr val="accent2">
              <a:tint val="40000"/>
              <a:alpha val="90000"/>
              <a:hueOff val="3769366"/>
              <a:satOff val="-3283"/>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100965" rIns="201930" bIns="100965" numCol="1" spcCol="1270" anchor="ctr" anchorCtr="0">
          <a:noAutofit/>
        </a:bodyPr>
        <a:lstStyle/>
        <a:p>
          <a:pPr marL="285750" lvl="1" indent="-285750" algn="l" defTabSz="2355850">
            <a:lnSpc>
              <a:spcPct val="90000"/>
            </a:lnSpc>
            <a:spcBef>
              <a:spcPct val="0"/>
            </a:spcBef>
            <a:spcAft>
              <a:spcPct val="15000"/>
            </a:spcAft>
            <a:buChar char="••"/>
          </a:pPr>
          <a:r>
            <a:rPr lang="en-US" sz="5300" kern="1200" dirty="0" smtClean="0"/>
            <a:t>Evaluation</a:t>
          </a:r>
          <a:endParaRPr lang="en-US" sz="5300" kern="1200" dirty="0"/>
        </a:p>
      </dsp:txBody>
      <dsp:txXfrm rot="-5400000">
        <a:off x="3291840" y="4336956"/>
        <a:ext cx="5800701" cy="951231"/>
      </dsp:txXfrm>
    </dsp:sp>
    <dsp:sp modelId="{274E0F1C-4B9C-4486-B99D-1FBA59B9A8D6}">
      <dsp:nvSpPr>
        <dsp:cNvPr id="0" name=""/>
        <dsp:cNvSpPr/>
      </dsp:nvSpPr>
      <dsp:spPr>
        <a:xfrm>
          <a:off x="0" y="4153727"/>
          <a:ext cx="3291840" cy="1317687"/>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en-US" sz="6500" kern="1200" dirty="0" smtClean="0"/>
            <a:t>E</a:t>
          </a:r>
          <a:endParaRPr lang="en-US" sz="6500" kern="1200" dirty="0"/>
        </a:p>
      </dsp:txBody>
      <dsp:txXfrm>
        <a:off x="64324" y="4218051"/>
        <a:ext cx="3163192" cy="1189039"/>
      </dsp:txXfrm>
    </dsp:sp>
    <dsp:sp modelId="{EE180DBA-F51C-4F9D-B0F9-0D4835B84191}">
      <dsp:nvSpPr>
        <dsp:cNvPr id="0" name=""/>
        <dsp:cNvSpPr/>
      </dsp:nvSpPr>
      <dsp:spPr>
        <a:xfrm rot="5400000">
          <a:off x="5690845" y="3270062"/>
          <a:ext cx="1054149" cy="5852160"/>
        </a:xfrm>
        <a:prstGeom prst="round2Same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1930" tIns="100965" rIns="201930" bIns="100965" numCol="1" spcCol="1270" anchor="ctr" anchorCtr="0">
          <a:noAutofit/>
        </a:bodyPr>
        <a:lstStyle/>
        <a:p>
          <a:pPr marL="285750" lvl="1" indent="-285750" algn="l" defTabSz="2355850">
            <a:lnSpc>
              <a:spcPct val="90000"/>
            </a:lnSpc>
            <a:spcBef>
              <a:spcPct val="0"/>
            </a:spcBef>
            <a:spcAft>
              <a:spcPct val="15000"/>
            </a:spcAft>
            <a:buChar char="••"/>
          </a:pPr>
          <a:r>
            <a:rPr lang="en-US" sz="5300" kern="1200" dirty="0" smtClean="0"/>
            <a:t>Assignment</a:t>
          </a:r>
          <a:endParaRPr lang="en-US" sz="5300" kern="1200" dirty="0"/>
        </a:p>
      </dsp:txBody>
      <dsp:txXfrm rot="-5400000">
        <a:off x="3291840" y="5720527"/>
        <a:ext cx="5800701" cy="951231"/>
      </dsp:txXfrm>
    </dsp:sp>
    <dsp:sp modelId="{18FE9E14-0E84-4934-881A-5CE4DDE2E5BF}">
      <dsp:nvSpPr>
        <dsp:cNvPr id="0" name=""/>
        <dsp:cNvSpPr/>
      </dsp:nvSpPr>
      <dsp:spPr>
        <a:xfrm>
          <a:off x="0" y="5537299"/>
          <a:ext cx="3291840" cy="131768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en-US" sz="6500" kern="1200" dirty="0" smtClean="0"/>
            <a:t>A</a:t>
          </a:r>
          <a:endParaRPr lang="en-US" sz="6500" kern="1200" dirty="0"/>
        </a:p>
      </dsp:txBody>
      <dsp:txXfrm>
        <a:off x="64324" y="5601623"/>
        <a:ext cx="3163192" cy="11890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0AB52-C0BE-4090-A29A-186CC305BCA0}">
      <dsp:nvSpPr>
        <dsp:cNvPr id="0" name=""/>
        <dsp:cNvSpPr/>
      </dsp:nvSpPr>
      <dsp:spPr>
        <a:xfrm>
          <a:off x="0" y="925913"/>
          <a:ext cx="7867583" cy="3147033"/>
        </a:xfrm>
        <a:prstGeom prst="leftRightRibbon">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5111D9-4F3E-4505-8D99-D5C4347D20DA}">
      <dsp:nvSpPr>
        <dsp:cNvPr id="0" name=""/>
        <dsp:cNvSpPr/>
      </dsp:nvSpPr>
      <dsp:spPr>
        <a:xfrm>
          <a:off x="285999" y="1458618"/>
          <a:ext cx="3369429" cy="154204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42240" rIns="0" bIns="152400" numCol="1" spcCol="1270" anchor="ctr" anchorCtr="0">
          <a:noAutofit/>
        </a:bodyPr>
        <a:lstStyle/>
        <a:p>
          <a:pPr lvl="0" algn="ctr" defTabSz="1778000">
            <a:lnSpc>
              <a:spcPct val="90000"/>
            </a:lnSpc>
            <a:spcBef>
              <a:spcPct val="0"/>
            </a:spcBef>
            <a:spcAft>
              <a:spcPct val="35000"/>
            </a:spcAft>
          </a:pPr>
          <a:r>
            <a:rPr lang="en-US" sz="4000" b="0" i="0" kern="1200" dirty="0" smtClean="0">
              <a:latin typeface="Berlin Sans FB Demi" panose="020E0802020502020306" pitchFamily="34" charset="0"/>
            </a:rPr>
            <a:t>Consists of a single scale with all criteria.</a:t>
          </a:r>
          <a:endParaRPr lang="en-US" sz="4000" kern="1200" dirty="0">
            <a:latin typeface="Berlin Sans FB Demi" panose="020E0802020502020306" pitchFamily="34" charset="0"/>
          </a:endParaRPr>
        </a:p>
      </dsp:txBody>
      <dsp:txXfrm>
        <a:off x="285999" y="1458618"/>
        <a:ext cx="3369429" cy="1542046"/>
      </dsp:txXfrm>
    </dsp:sp>
    <dsp:sp modelId="{76B5AE17-EA52-4556-A4EE-6B754CA305C2}">
      <dsp:nvSpPr>
        <dsp:cNvPr id="0" name=""/>
        <dsp:cNvSpPr/>
      </dsp:nvSpPr>
      <dsp:spPr>
        <a:xfrm>
          <a:off x="3933791" y="1980170"/>
          <a:ext cx="3068357" cy="1542046"/>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17348" rIns="0" bIns="125730" numCol="1" spcCol="1270" anchor="ctr" anchorCtr="0">
          <a:noAutofit/>
        </a:bodyPr>
        <a:lstStyle/>
        <a:p>
          <a:pPr lvl="0" algn="ctr" defTabSz="1466850">
            <a:lnSpc>
              <a:spcPct val="90000"/>
            </a:lnSpc>
            <a:spcBef>
              <a:spcPct val="0"/>
            </a:spcBef>
            <a:spcAft>
              <a:spcPct val="35000"/>
            </a:spcAft>
          </a:pPr>
          <a:r>
            <a:rPr lang="en-US" sz="3300" b="0" i="0" kern="1200" dirty="0" smtClean="0">
              <a:latin typeface="Berlin Sans FB Demi" panose="020E0802020502020306" pitchFamily="34" charset="0"/>
            </a:rPr>
            <a:t>A rating score for each criterion.</a:t>
          </a:r>
          <a:endParaRPr lang="en-US" sz="3300" kern="1200" dirty="0">
            <a:latin typeface="Berlin Sans FB Demi" panose="020E0802020502020306" pitchFamily="34" charset="0"/>
          </a:endParaRPr>
        </a:p>
      </dsp:txBody>
      <dsp:txXfrm>
        <a:off x="3933791" y="1980170"/>
        <a:ext cx="3068357" cy="15420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7C9274-6AEE-4881-9EEF-E31709B8A68C}">
      <dsp:nvSpPr>
        <dsp:cNvPr id="0" name=""/>
        <dsp:cNvSpPr/>
      </dsp:nvSpPr>
      <dsp:spPr>
        <a:xfrm>
          <a:off x="0" y="5661040"/>
          <a:ext cx="8991600" cy="119378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kern="1200" dirty="0" smtClean="0"/>
            <a:t>Isolation/Assumed Inadequacy</a:t>
          </a:r>
          <a:endParaRPr lang="en-US" sz="3600" kern="1200" dirty="0"/>
        </a:p>
      </dsp:txBody>
      <dsp:txXfrm>
        <a:off x="0" y="5661040"/>
        <a:ext cx="8991600" cy="644645"/>
      </dsp:txXfrm>
    </dsp:sp>
    <dsp:sp modelId="{08C9C3C7-70D3-4A4E-B089-82185ED793E8}">
      <dsp:nvSpPr>
        <dsp:cNvPr id="0" name=""/>
        <dsp:cNvSpPr/>
      </dsp:nvSpPr>
      <dsp:spPr>
        <a:xfrm>
          <a:off x="0" y="6281809"/>
          <a:ext cx="4495800" cy="549142"/>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Low self-esteem</a:t>
          </a:r>
          <a:endParaRPr lang="en-US" sz="3600" kern="1200" dirty="0"/>
        </a:p>
      </dsp:txBody>
      <dsp:txXfrm>
        <a:off x="0" y="6281809"/>
        <a:ext cx="4495800" cy="549142"/>
      </dsp:txXfrm>
    </dsp:sp>
    <dsp:sp modelId="{33085D85-817B-43BE-A214-2D292EFC07E7}">
      <dsp:nvSpPr>
        <dsp:cNvPr id="0" name=""/>
        <dsp:cNvSpPr/>
      </dsp:nvSpPr>
      <dsp:spPr>
        <a:xfrm>
          <a:off x="4495800" y="6281809"/>
          <a:ext cx="4495800" cy="549142"/>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40640" rIns="227584" bIns="40640" numCol="1" spcCol="1270" anchor="ctr" anchorCtr="0">
          <a:noAutofit/>
        </a:bodyPr>
        <a:lstStyle/>
        <a:p>
          <a:pPr lvl="0" algn="ctr" defTabSz="1422400">
            <a:lnSpc>
              <a:spcPct val="90000"/>
            </a:lnSpc>
            <a:spcBef>
              <a:spcPct val="0"/>
            </a:spcBef>
            <a:spcAft>
              <a:spcPct val="35000"/>
            </a:spcAft>
          </a:pPr>
          <a:r>
            <a:rPr lang="en-US" sz="3200" kern="1200" dirty="0" smtClean="0"/>
            <a:t>“Show me small </a:t>
          </a:r>
          <a:r>
            <a:rPr lang="en-US" sz="3200" kern="1200" smtClean="0"/>
            <a:t>steps.”</a:t>
          </a:r>
          <a:endParaRPr lang="en-US" sz="3200" kern="1200" dirty="0"/>
        </a:p>
      </dsp:txBody>
      <dsp:txXfrm>
        <a:off x="4495800" y="6281809"/>
        <a:ext cx="4495800" cy="549142"/>
      </dsp:txXfrm>
    </dsp:sp>
    <dsp:sp modelId="{110414C8-0F67-4A08-B552-0D5855E92BF3}">
      <dsp:nvSpPr>
        <dsp:cNvPr id="0" name=""/>
        <dsp:cNvSpPr/>
      </dsp:nvSpPr>
      <dsp:spPr>
        <a:xfrm rot="10800000">
          <a:off x="0" y="3842901"/>
          <a:ext cx="8991600" cy="1836045"/>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kern="1200" dirty="0" smtClean="0"/>
            <a:t>Revenge-seeking</a:t>
          </a:r>
          <a:endParaRPr lang="en-US" sz="3600" kern="1200" dirty="0"/>
        </a:p>
      </dsp:txBody>
      <dsp:txXfrm rot="-10800000">
        <a:off x="0" y="3842901"/>
        <a:ext cx="8991600" cy="644451"/>
      </dsp:txXfrm>
    </dsp:sp>
    <dsp:sp modelId="{06FB9C11-BCD5-43EC-A4F1-13C1BFD1E4B6}">
      <dsp:nvSpPr>
        <dsp:cNvPr id="0" name=""/>
        <dsp:cNvSpPr/>
      </dsp:nvSpPr>
      <dsp:spPr>
        <a:xfrm>
          <a:off x="0" y="4487353"/>
          <a:ext cx="4495800" cy="548977"/>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Want to get even</a:t>
          </a:r>
          <a:endParaRPr lang="en-US" sz="3600" kern="1200" dirty="0"/>
        </a:p>
      </dsp:txBody>
      <dsp:txXfrm>
        <a:off x="0" y="4487353"/>
        <a:ext cx="4495800" cy="548977"/>
      </dsp:txXfrm>
    </dsp:sp>
    <dsp:sp modelId="{8EE0D149-8F08-4CD1-A11A-C629D1DCB1B1}">
      <dsp:nvSpPr>
        <dsp:cNvPr id="0" name=""/>
        <dsp:cNvSpPr/>
      </dsp:nvSpPr>
      <dsp:spPr>
        <a:xfrm>
          <a:off x="4495800" y="4487353"/>
          <a:ext cx="4495800" cy="548977"/>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“Help me.”</a:t>
          </a:r>
          <a:endParaRPr lang="en-US" sz="3600" kern="1200" dirty="0"/>
        </a:p>
      </dsp:txBody>
      <dsp:txXfrm>
        <a:off x="4495800" y="4487353"/>
        <a:ext cx="4495800" cy="548977"/>
      </dsp:txXfrm>
    </dsp:sp>
    <dsp:sp modelId="{67E32E57-E171-4261-AC33-C03EB30C4314}">
      <dsp:nvSpPr>
        <dsp:cNvPr id="0" name=""/>
        <dsp:cNvSpPr/>
      </dsp:nvSpPr>
      <dsp:spPr>
        <a:xfrm rot="10800000">
          <a:off x="0" y="2024763"/>
          <a:ext cx="8991600" cy="1836045"/>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kern="1200" dirty="0" smtClean="0"/>
            <a:t>Power-seeking</a:t>
          </a:r>
          <a:endParaRPr lang="en-US" sz="3600" kern="1200" dirty="0"/>
        </a:p>
      </dsp:txBody>
      <dsp:txXfrm rot="-10800000">
        <a:off x="0" y="2024763"/>
        <a:ext cx="8991600" cy="644451"/>
      </dsp:txXfrm>
    </dsp:sp>
    <dsp:sp modelId="{0842AD5B-8B41-496F-8622-45AAFFDE0F0E}">
      <dsp:nvSpPr>
        <dsp:cNvPr id="0" name=""/>
        <dsp:cNvSpPr/>
      </dsp:nvSpPr>
      <dsp:spPr>
        <a:xfrm>
          <a:off x="0" y="2669214"/>
          <a:ext cx="4495800" cy="548977"/>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Bossy</a:t>
          </a:r>
          <a:endParaRPr lang="en-US" sz="3600" kern="1200" dirty="0"/>
        </a:p>
      </dsp:txBody>
      <dsp:txXfrm>
        <a:off x="0" y="2669214"/>
        <a:ext cx="4495800" cy="548977"/>
      </dsp:txXfrm>
    </dsp:sp>
    <dsp:sp modelId="{8AFFAC0B-B1CA-4780-8FF7-B2568A062E58}">
      <dsp:nvSpPr>
        <dsp:cNvPr id="0" name=""/>
        <dsp:cNvSpPr/>
      </dsp:nvSpPr>
      <dsp:spPr>
        <a:xfrm>
          <a:off x="4495800" y="2669214"/>
          <a:ext cx="4495800" cy="548977"/>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“I want to help.”</a:t>
          </a:r>
          <a:endParaRPr lang="en-US" sz="3600" kern="1200" dirty="0"/>
        </a:p>
      </dsp:txBody>
      <dsp:txXfrm>
        <a:off x="4495800" y="2669214"/>
        <a:ext cx="4495800" cy="548977"/>
      </dsp:txXfrm>
    </dsp:sp>
    <dsp:sp modelId="{FE623C77-D613-4211-BF9C-81DAB701D525}">
      <dsp:nvSpPr>
        <dsp:cNvPr id="0" name=""/>
        <dsp:cNvSpPr/>
      </dsp:nvSpPr>
      <dsp:spPr>
        <a:xfrm rot="10800000">
          <a:off x="0" y="0"/>
          <a:ext cx="8991600" cy="2039497"/>
        </a:xfrm>
        <a:prstGeom prst="upArrowCallou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lvl="0" algn="ctr" defTabSz="1600200">
            <a:lnSpc>
              <a:spcPct val="90000"/>
            </a:lnSpc>
            <a:spcBef>
              <a:spcPct val="0"/>
            </a:spcBef>
            <a:spcAft>
              <a:spcPct val="35000"/>
            </a:spcAft>
          </a:pPr>
          <a:r>
            <a:rPr lang="en-US" sz="3600" kern="1200" dirty="0" smtClean="0"/>
            <a:t>Attention-seeking</a:t>
          </a:r>
          <a:endParaRPr lang="en-US" sz="3600" kern="1200" dirty="0"/>
        </a:p>
      </dsp:txBody>
      <dsp:txXfrm rot="-10800000">
        <a:off x="0" y="0"/>
        <a:ext cx="8991600" cy="715863"/>
      </dsp:txXfrm>
    </dsp:sp>
    <dsp:sp modelId="{59F49245-FD95-445D-A493-6F0F60C3A050}">
      <dsp:nvSpPr>
        <dsp:cNvPr id="0" name=""/>
        <dsp:cNvSpPr/>
      </dsp:nvSpPr>
      <dsp:spPr>
        <a:xfrm>
          <a:off x="0" y="749350"/>
          <a:ext cx="4495800" cy="548977"/>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Keeps others busy; </a:t>
          </a:r>
          <a:endParaRPr lang="en-US" sz="3600" kern="1200" dirty="0"/>
        </a:p>
      </dsp:txBody>
      <dsp:txXfrm>
        <a:off x="0" y="749350"/>
        <a:ext cx="4495800" cy="548977"/>
      </dsp:txXfrm>
    </dsp:sp>
    <dsp:sp modelId="{D4A85AAC-34F4-4799-826F-E1D4E15D3F07}">
      <dsp:nvSpPr>
        <dsp:cNvPr id="0" name=""/>
        <dsp:cNvSpPr/>
      </dsp:nvSpPr>
      <dsp:spPr>
        <a:xfrm>
          <a:off x="4495800" y="749350"/>
          <a:ext cx="4495800" cy="548977"/>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45720" rIns="256032" bIns="45720" numCol="1" spcCol="1270" anchor="ctr" anchorCtr="0">
          <a:noAutofit/>
        </a:bodyPr>
        <a:lstStyle/>
        <a:p>
          <a:pPr lvl="0" algn="ctr" defTabSz="1600200">
            <a:lnSpc>
              <a:spcPct val="90000"/>
            </a:lnSpc>
            <a:spcBef>
              <a:spcPct val="0"/>
            </a:spcBef>
            <a:spcAft>
              <a:spcPct val="35000"/>
            </a:spcAft>
          </a:pPr>
          <a:r>
            <a:rPr lang="en-US" sz="3600" kern="1200" dirty="0" smtClean="0"/>
            <a:t>“Notice me.”</a:t>
          </a:r>
          <a:endParaRPr lang="en-US" sz="3600" kern="1200" dirty="0"/>
        </a:p>
      </dsp:txBody>
      <dsp:txXfrm>
        <a:off x="4495800" y="749350"/>
        <a:ext cx="4495800" cy="5489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27DFE5-3EE7-4F15-82C3-3D71CA7A7157}">
      <dsp:nvSpPr>
        <dsp:cNvPr id="0" name=""/>
        <dsp:cNvSpPr/>
      </dsp:nvSpPr>
      <dsp:spPr>
        <a:xfrm>
          <a:off x="1041" y="213369"/>
          <a:ext cx="4063007" cy="243780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b="1" i="0" kern="1200" dirty="0" smtClean="0"/>
            <a:t>I do.</a:t>
          </a:r>
          <a:endParaRPr lang="en-US" sz="6500" kern="1200" dirty="0"/>
        </a:p>
      </dsp:txBody>
      <dsp:txXfrm>
        <a:off x="1041" y="213369"/>
        <a:ext cx="4063007" cy="2437804"/>
      </dsp:txXfrm>
    </dsp:sp>
    <dsp:sp modelId="{76F9A00F-773B-4FD8-B12E-9D7602297A2F}">
      <dsp:nvSpPr>
        <dsp:cNvPr id="0" name=""/>
        <dsp:cNvSpPr/>
      </dsp:nvSpPr>
      <dsp:spPr>
        <a:xfrm>
          <a:off x="4470350" y="213369"/>
          <a:ext cx="4063007" cy="24378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b="1" i="0" kern="1200" dirty="0" smtClean="0"/>
            <a:t>We do together.</a:t>
          </a:r>
          <a:endParaRPr lang="en-US" sz="6500" kern="1200" dirty="0"/>
        </a:p>
      </dsp:txBody>
      <dsp:txXfrm>
        <a:off x="4470350" y="213369"/>
        <a:ext cx="4063007" cy="2437804"/>
      </dsp:txXfrm>
    </dsp:sp>
    <dsp:sp modelId="{7EC78698-1800-45EB-96A4-FBA5F27132B5}">
      <dsp:nvSpPr>
        <dsp:cNvPr id="0" name=""/>
        <dsp:cNvSpPr/>
      </dsp:nvSpPr>
      <dsp:spPr>
        <a:xfrm>
          <a:off x="1041" y="3057475"/>
          <a:ext cx="4063007" cy="243780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b="1" i="0" kern="1200" dirty="0" smtClean="0"/>
            <a:t>You do together.</a:t>
          </a:r>
          <a:endParaRPr lang="en-US" sz="6500" kern="1200" dirty="0"/>
        </a:p>
      </dsp:txBody>
      <dsp:txXfrm>
        <a:off x="1041" y="3057475"/>
        <a:ext cx="4063007" cy="2437804"/>
      </dsp:txXfrm>
    </dsp:sp>
    <dsp:sp modelId="{49B1BFCB-3746-436D-BFA7-080E8E83A150}">
      <dsp:nvSpPr>
        <dsp:cNvPr id="0" name=""/>
        <dsp:cNvSpPr/>
      </dsp:nvSpPr>
      <dsp:spPr>
        <a:xfrm>
          <a:off x="4470350" y="3057475"/>
          <a:ext cx="4063007" cy="243780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b="1" i="0" kern="1200" dirty="0" smtClean="0"/>
            <a:t>You do alone.</a:t>
          </a:r>
          <a:endParaRPr lang="en-US" sz="6500" kern="1200" dirty="0"/>
        </a:p>
      </dsp:txBody>
      <dsp:txXfrm>
        <a:off x="4470350" y="3057475"/>
        <a:ext cx="4063007" cy="24378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27DFE5-3EE7-4F15-82C3-3D71CA7A7157}">
      <dsp:nvSpPr>
        <dsp:cNvPr id="0" name=""/>
        <dsp:cNvSpPr/>
      </dsp:nvSpPr>
      <dsp:spPr>
        <a:xfrm>
          <a:off x="1041" y="213369"/>
          <a:ext cx="4063007" cy="243780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1460" tIns="251460" rIns="251460" bIns="251460" numCol="1" spcCol="1270" anchor="ctr" anchorCtr="0">
          <a:noAutofit/>
        </a:bodyPr>
        <a:lstStyle/>
        <a:p>
          <a:pPr lvl="0" algn="ctr" defTabSz="2933700">
            <a:lnSpc>
              <a:spcPct val="90000"/>
            </a:lnSpc>
            <a:spcBef>
              <a:spcPct val="0"/>
            </a:spcBef>
            <a:spcAft>
              <a:spcPct val="35000"/>
            </a:spcAft>
          </a:pPr>
          <a:r>
            <a:rPr lang="en-US" sz="6600" kern="1200" dirty="0" smtClean="0"/>
            <a:t>Modeling</a:t>
          </a:r>
          <a:endParaRPr lang="en-US" sz="6600" kern="1200" dirty="0"/>
        </a:p>
      </dsp:txBody>
      <dsp:txXfrm>
        <a:off x="1041" y="213369"/>
        <a:ext cx="4063007" cy="2437804"/>
      </dsp:txXfrm>
    </dsp:sp>
    <dsp:sp modelId="{76F9A00F-773B-4FD8-B12E-9D7602297A2F}">
      <dsp:nvSpPr>
        <dsp:cNvPr id="0" name=""/>
        <dsp:cNvSpPr/>
      </dsp:nvSpPr>
      <dsp:spPr>
        <a:xfrm>
          <a:off x="4470350" y="213369"/>
          <a:ext cx="4063007" cy="24378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0" tIns="304800" rIns="304800" bIns="304800" numCol="1" spcCol="1270" anchor="ctr" anchorCtr="0">
          <a:noAutofit/>
        </a:bodyPr>
        <a:lstStyle/>
        <a:p>
          <a:pPr lvl="0" algn="ctr" defTabSz="3556000">
            <a:lnSpc>
              <a:spcPct val="90000"/>
            </a:lnSpc>
            <a:spcBef>
              <a:spcPct val="0"/>
            </a:spcBef>
            <a:spcAft>
              <a:spcPct val="35000"/>
            </a:spcAft>
          </a:pPr>
          <a:r>
            <a:rPr lang="en-US" sz="8000" kern="1200" dirty="0" smtClean="0"/>
            <a:t>Guided Practice</a:t>
          </a:r>
          <a:endParaRPr lang="en-US" sz="8000" kern="1200" dirty="0"/>
        </a:p>
      </dsp:txBody>
      <dsp:txXfrm>
        <a:off x="4470350" y="213369"/>
        <a:ext cx="4063007" cy="2437804"/>
      </dsp:txXfrm>
    </dsp:sp>
    <dsp:sp modelId="{7EC78698-1800-45EB-96A4-FBA5F27132B5}">
      <dsp:nvSpPr>
        <dsp:cNvPr id="0" name=""/>
        <dsp:cNvSpPr/>
      </dsp:nvSpPr>
      <dsp:spPr>
        <a:xfrm>
          <a:off x="1041" y="3057475"/>
          <a:ext cx="4063007" cy="243780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1460" tIns="251460" rIns="251460" bIns="251460" numCol="1" spcCol="1270" anchor="ctr" anchorCtr="0">
          <a:noAutofit/>
        </a:bodyPr>
        <a:lstStyle/>
        <a:p>
          <a:pPr lvl="0" algn="ctr" defTabSz="2933700">
            <a:lnSpc>
              <a:spcPct val="90000"/>
            </a:lnSpc>
            <a:spcBef>
              <a:spcPct val="0"/>
            </a:spcBef>
            <a:spcAft>
              <a:spcPct val="35000"/>
            </a:spcAft>
          </a:pPr>
          <a:r>
            <a:rPr lang="en-US" sz="6600" kern="1200" dirty="0" smtClean="0"/>
            <a:t>Peer practice</a:t>
          </a:r>
          <a:endParaRPr lang="en-US" sz="6600" kern="1200" dirty="0"/>
        </a:p>
      </dsp:txBody>
      <dsp:txXfrm>
        <a:off x="1041" y="3057475"/>
        <a:ext cx="4063007" cy="2437804"/>
      </dsp:txXfrm>
    </dsp:sp>
    <dsp:sp modelId="{49B1BFCB-3746-436D-BFA7-080E8E83A150}">
      <dsp:nvSpPr>
        <dsp:cNvPr id="0" name=""/>
        <dsp:cNvSpPr/>
      </dsp:nvSpPr>
      <dsp:spPr>
        <a:xfrm>
          <a:off x="4470350" y="3057475"/>
          <a:ext cx="4063007" cy="243780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i="0" kern="1200" dirty="0" smtClean="0"/>
            <a:t>Independent Practice</a:t>
          </a:r>
          <a:endParaRPr lang="en-US" sz="4800" kern="1200" dirty="0"/>
        </a:p>
      </dsp:txBody>
      <dsp:txXfrm>
        <a:off x="4470350" y="3057475"/>
        <a:ext cx="4063007" cy="24378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27DFE5-3EE7-4F15-82C3-3D71CA7A7157}">
      <dsp:nvSpPr>
        <dsp:cNvPr id="0" name=""/>
        <dsp:cNvSpPr/>
      </dsp:nvSpPr>
      <dsp:spPr>
        <a:xfrm>
          <a:off x="1041" y="213369"/>
          <a:ext cx="4063007" cy="243780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5280" tIns="335280" rIns="335280" bIns="335280" numCol="1" spcCol="1270" anchor="ctr" anchorCtr="0">
          <a:noAutofit/>
        </a:bodyPr>
        <a:lstStyle/>
        <a:p>
          <a:pPr lvl="0" algn="ctr" defTabSz="3911600">
            <a:lnSpc>
              <a:spcPct val="90000"/>
            </a:lnSpc>
            <a:spcBef>
              <a:spcPct val="0"/>
            </a:spcBef>
            <a:spcAft>
              <a:spcPct val="35000"/>
            </a:spcAft>
          </a:pPr>
          <a:r>
            <a:rPr lang="en-US" sz="8800" b="1" i="0" kern="1200" dirty="0" smtClean="0"/>
            <a:t>Leader</a:t>
          </a:r>
          <a:endParaRPr lang="en-US" sz="8800" kern="1200" dirty="0"/>
        </a:p>
      </dsp:txBody>
      <dsp:txXfrm>
        <a:off x="1041" y="213369"/>
        <a:ext cx="4063007" cy="2437804"/>
      </dsp:txXfrm>
    </dsp:sp>
    <dsp:sp modelId="{76F9A00F-773B-4FD8-B12E-9D7602297A2F}">
      <dsp:nvSpPr>
        <dsp:cNvPr id="0" name=""/>
        <dsp:cNvSpPr/>
      </dsp:nvSpPr>
      <dsp:spPr>
        <a:xfrm>
          <a:off x="4470350" y="213369"/>
          <a:ext cx="4063007" cy="24378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1460" tIns="251460" rIns="251460" bIns="251460" numCol="1" spcCol="1270" anchor="ctr" anchorCtr="0">
          <a:noAutofit/>
        </a:bodyPr>
        <a:lstStyle/>
        <a:p>
          <a:pPr lvl="0" algn="ctr" defTabSz="2933700">
            <a:lnSpc>
              <a:spcPct val="90000"/>
            </a:lnSpc>
            <a:spcBef>
              <a:spcPct val="0"/>
            </a:spcBef>
            <a:spcAft>
              <a:spcPct val="35000"/>
            </a:spcAft>
          </a:pPr>
          <a:r>
            <a:rPr lang="en-US" sz="6600" kern="1200" dirty="0" smtClean="0"/>
            <a:t>Facilitator</a:t>
          </a:r>
          <a:endParaRPr lang="en-US" sz="6600" kern="1200" dirty="0"/>
        </a:p>
      </dsp:txBody>
      <dsp:txXfrm>
        <a:off x="4470350" y="213369"/>
        <a:ext cx="4063007" cy="2437804"/>
      </dsp:txXfrm>
    </dsp:sp>
    <dsp:sp modelId="{7EC78698-1800-45EB-96A4-FBA5F27132B5}">
      <dsp:nvSpPr>
        <dsp:cNvPr id="0" name=""/>
        <dsp:cNvSpPr/>
      </dsp:nvSpPr>
      <dsp:spPr>
        <a:xfrm>
          <a:off x="1041" y="3057475"/>
          <a:ext cx="4063007" cy="243780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1460" tIns="251460" rIns="251460" bIns="251460" numCol="1" spcCol="1270" anchor="ctr" anchorCtr="0">
          <a:noAutofit/>
        </a:bodyPr>
        <a:lstStyle/>
        <a:p>
          <a:pPr lvl="0" algn="ctr" defTabSz="2933700">
            <a:lnSpc>
              <a:spcPct val="90000"/>
            </a:lnSpc>
            <a:spcBef>
              <a:spcPct val="0"/>
            </a:spcBef>
            <a:spcAft>
              <a:spcPct val="35000"/>
            </a:spcAft>
          </a:pPr>
          <a:r>
            <a:rPr lang="en-US" sz="6600" b="1" i="0" kern="1200" dirty="0" smtClean="0"/>
            <a:t>Recorder</a:t>
          </a:r>
          <a:endParaRPr lang="en-US" sz="6600" kern="1200" dirty="0"/>
        </a:p>
      </dsp:txBody>
      <dsp:txXfrm>
        <a:off x="1041" y="3057475"/>
        <a:ext cx="4063007" cy="2437804"/>
      </dsp:txXfrm>
    </dsp:sp>
    <dsp:sp modelId="{49B1BFCB-3746-436D-BFA7-080E8E83A150}">
      <dsp:nvSpPr>
        <dsp:cNvPr id="0" name=""/>
        <dsp:cNvSpPr/>
      </dsp:nvSpPr>
      <dsp:spPr>
        <a:xfrm>
          <a:off x="4470350" y="3057475"/>
          <a:ext cx="4063007" cy="243780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lvl="0" algn="ctr" defTabSz="2667000">
            <a:lnSpc>
              <a:spcPct val="90000"/>
            </a:lnSpc>
            <a:spcBef>
              <a:spcPct val="0"/>
            </a:spcBef>
            <a:spcAft>
              <a:spcPct val="35000"/>
            </a:spcAft>
          </a:pPr>
          <a:r>
            <a:rPr lang="en-US" sz="6000" kern="1200" dirty="0" smtClean="0"/>
            <a:t>Members</a:t>
          </a:r>
          <a:endParaRPr lang="en-US" sz="6000" kern="1200" dirty="0"/>
        </a:p>
      </dsp:txBody>
      <dsp:txXfrm>
        <a:off x="4470350" y="3057475"/>
        <a:ext cx="4063007" cy="24378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3DE99-D1A6-4F46-BAAF-36B134B6A3FF}">
      <dsp:nvSpPr>
        <dsp:cNvPr id="0" name=""/>
        <dsp:cNvSpPr/>
      </dsp:nvSpPr>
      <dsp:spPr>
        <a:xfrm>
          <a:off x="0" y="0"/>
          <a:ext cx="3123232" cy="187393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VERTICALLY ORGANIZED TEAM</a:t>
          </a:r>
          <a:endParaRPr lang="en-US" sz="3600" kern="1200" dirty="0"/>
        </a:p>
      </dsp:txBody>
      <dsp:txXfrm>
        <a:off x="0" y="0"/>
        <a:ext cx="3123232" cy="1873939"/>
      </dsp:txXfrm>
    </dsp:sp>
    <dsp:sp modelId="{2F527D5A-5BC1-46C0-9A33-AD1B2D56EC13}">
      <dsp:nvSpPr>
        <dsp:cNvPr id="0" name=""/>
        <dsp:cNvSpPr/>
      </dsp:nvSpPr>
      <dsp:spPr>
        <a:xfrm>
          <a:off x="0" y="2190060"/>
          <a:ext cx="3123232" cy="1873939"/>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HORIZONTALLY ORGANIZED TEAM</a:t>
          </a:r>
          <a:endParaRPr lang="en-US" sz="3600" kern="1200" dirty="0"/>
        </a:p>
      </dsp:txBody>
      <dsp:txXfrm>
        <a:off x="0" y="2190060"/>
        <a:ext cx="3123232" cy="18739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92BF70-2B4E-40BE-AAA3-F20CF81A1617}">
      <dsp:nvSpPr>
        <dsp:cNvPr id="0" name=""/>
        <dsp:cNvSpPr/>
      </dsp:nvSpPr>
      <dsp:spPr>
        <a:xfrm>
          <a:off x="7869847" y="2223592"/>
          <a:ext cx="91440" cy="498722"/>
        </a:xfrm>
        <a:custGeom>
          <a:avLst/>
          <a:gdLst/>
          <a:ahLst/>
          <a:cxnLst/>
          <a:rect l="0" t="0" r="0" b="0"/>
          <a:pathLst>
            <a:path>
              <a:moveTo>
                <a:pt x="45720" y="0"/>
              </a:moveTo>
              <a:lnTo>
                <a:pt x="45720" y="498722"/>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909A96E-FE90-437F-AE1A-2C7D3CEE39E5}">
      <dsp:nvSpPr>
        <dsp:cNvPr id="0" name=""/>
        <dsp:cNvSpPr/>
      </dsp:nvSpPr>
      <dsp:spPr>
        <a:xfrm>
          <a:off x="4439370" y="1101953"/>
          <a:ext cx="3476197" cy="498722"/>
        </a:xfrm>
        <a:custGeom>
          <a:avLst/>
          <a:gdLst/>
          <a:ahLst/>
          <a:cxnLst/>
          <a:rect l="0" t="0" r="0" b="0"/>
          <a:pathLst>
            <a:path>
              <a:moveTo>
                <a:pt x="0" y="0"/>
              </a:moveTo>
              <a:lnTo>
                <a:pt x="0" y="339864"/>
              </a:lnTo>
              <a:lnTo>
                <a:pt x="3476197" y="339864"/>
              </a:lnTo>
              <a:lnTo>
                <a:pt x="3476197" y="49872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122A1F4-A0DE-4A12-A76F-39B69DAB8B36}">
      <dsp:nvSpPr>
        <dsp:cNvPr id="0" name=""/>
        <dsp:cNvSpPr/>
      </dsp:nvSpPr>
      <dsp:spPr>
        <a:xfrm>
          <a:off x="5535351" y="2223592"/>
          <a:ext cx="91440" cy="498722"/>
        </a:xfrm>
        <a:custGeom>
          <a:avLst/>
          <a:gdLst/>
          <a:ahLst/>
          <a:cxnLst/>
          <a:rect l="0" t="0" r="0" b="0"/>
          <a:pathLst>
            <a:path>
              <a:moveTo>
                <a:pt x="45720" y="0"/>
              </a:moveTo>
              <a:lnTo>
                <a:pt x="45720" y="498722"/>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1749F98-F153-4624-BBB4-F5129161F3B8}">
      <dsp:nvSpPr>
        <dsp:cNvPr id="0" name=""/>
        <dsp:cNvSpPr/>
      </dsp:nvSpPr>
      <dsp:spPr>
        <a:xfrm>
          <a:off x="4439370" y="1101953"/>
          <a:ext cx="1141701" cy="498722"/>
        </a:xfrm>
        <a:custGeom>
          <a:avLst/>
          <a:gdLst/>
          <a:ahLst/>
          <a:cxnLst/>
          <a:rect l="0" t="0" r="0" b="0"/>
          <a:pathLst>
            <a:path>
              <a:moveTo>
                <a:pt x="0" y="0"/>
              </a:moveTo>
              <a:lnTo>
                <a:pt x="0" y="339864"/>
              </a:lnTo>
              <a:lnTo>
                <a:pt x="1141701" y="339864"/>
              </a:lnTo>
              <a:lnTo>
                <a:pt x="1141701" y="49872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0B7F2E1-7582-48EE-A270-3696994C928A}">
      <dsp:nvSpPr>
        <dsp:cNvPr id="0" name=""/>
        <dsp:cNvSpPr/>
      </dsp:nvSpPr>
      <dsp:spPr>
        <a:xfrm>
          <a:off x="3215586" y="2240753"/>
          <a:ext cx="91440" cy="498722"/>
        </a:xfrm>
        <a:custGeom>
          <a:avLst/>
          <a:gdLst/>
          <a:ahLst/>
          <a:cxnLst/>
          <a:rect l="0" t="0" r="0" b="0"/>
          <a:pathLst>
            <a:path>
              <a:moveTo>
                <a:pt x="45720" y="0"/>
              </a:moveTo>
              <a:lnTo>
                <a:pt x="45720" y="498722"/>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11E7220-023C-4717-84D8-31B929D2E408}">
      <dsp:nvSpPr>
        <dsp:cNvPr id="0" name=""/>
        <dsp:cNvSpPr/>
      </dsp:nvSpPr>
      <dsp:spPr>
        <a:xfrm>
          <a:off x="3261306" y="1101953"/>
          <a:ext cx="1178063" cy="498722"/>
        </a:xfrm>
        <a:custGeom>
          <a:avLst/>
          <a:gdLst/>
          <a:ahLst/>
          <a:cxnLst/>
          <a:rect l="0" t="0" r="0" b="0"/>
          <a:pathLst>
            <a:path>
              <a:moveTo>
                <a:pt x="1178063" y="0"/>
              </a:moveTo>
              <a:lnTo>
                <a:pt x="1178063" y="339864"/>
              </a:lnTo>
              <a:lnTo>
                <a:pt x="0" y="339864"/>
              </a:lnTo>
              <a:lnTo>
                <a:pt x="0" y="49872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32964C4-0991-4DF8-B273-C3A1C02E2F2F}">
      <dsp:nvSpPr>
        <dsp:cNvPr id="0" name=""/>
        <dsp:cNvSpPr/>
      </dsp:nvSpPr>
      <dsp:spPr>
        <a:xfrm>
          <a:off x="917452" y="2223592"/>
          <a:ext cx="91440" cy="498722"/>
        </a:xfrm>
        <a:custGeom>
          <a:avLst/>
          <a:gdLst/>
          <a:ahLst/>
          <a:cxnLst/>
          <a:rect l="0" t="0" r="0" b="0"/>
          <a:pathLst>
            <a:path>
              <a:moveTo>
                <a:pt x="45720" y="0"/>
              </a:moveTo>
              <a:lnTo>
                <a:pt x="45720" y="498722"/>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2B33B1-65FB-4FC7-868F-02D8E53FCC50}">
      <dsp:nvSpPr>
        <dsp:cNvPr id="0" name=""/>
        <dsp:cNvSpPr/>
      </dsp:nvSpPr>
      <dsp:spPr>
        <a:xfrm>
          <a:off x="963172" y="1101953"/>
          <a:ext cx="3476197" cy="498722"/>
        </a:xfrm>
        <a:custGeom>
          <a:avLst/>
          <a:gdLst/>
          <a:ahLst/>
          <a:cxnLst/>
          <a:rect l="0" t="0" r="0" b="0"/>
          <a:pathLst>
            <a:path>
              <a:moveTo>
                <a:pt x="3476197" y="0"/>
              </a:moveTo>
              <a:lnTo>
                <a:pt x="3476197" y="339864"/>
              </a:lnTo>
              <a:lnTo>
                <a:pt x="0" y="339864"/>
              </a:lnTo>
              <a:lnTo>
                <a:pt x="0" y="49872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EB0ED2A-9232-4207-BDC3-9C66E34437FF}">
      <dsp:nvSpPr>
        <dsp:cNvPr id="0" name=""/>
        <dsp:cNvSpPr/>
      </dsp:nvSpPr>
      <dsp:spPr>
        <a:xfrm>
          <a:off x="1960920" y="74150"/>
          <a:ext cx="4956899" cy="102780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0A5F4E1-F533-46DD-A4F6-AE5A8B20486A}">
      <dsp:nvSpPr>
        <dsp:cNvPr id="0" name=""/>
        <dsp:cNvSpPr/>
      </dsp:nvSpPr>
      <dsp:spPr>
        <a:xfrm>
          <a:off x="2151454" y="255158"/>
          <a:ext cx="4956899" cy="1027802"/>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smtClean="0">
              <a:latin typeface="Berlin Sans FB Demi" panose="020E0802020502020306" pitchFamily="34" charset="0"/>
            </a:rPr>
            <a:t>4 PILLARS of Education  (UNESCO)</a:t>
          </a:r>
          <a:endParaRPr lang="en-US" sz="3200" b="1" kern="1200" dirty="0">
            <a:latin typeface="Berlin Sans FB Demi" panose="020E0802020502020306" pitchFamily="34" charset="0"/>
          </a:endParaRPr>
        </a:p>
      </dsp:txBody>
      <dsp:txXfrm>
        <a:off x="2181557" y="285261"/>
        <a:ext cx="4896693" cy="967596"/>
      </dsp:txXfrm>
    </dsp:sp>
    <dsp:sp modelId="{51B8CBB3-D50A-4E3A-98CE-A055CED759E5}">
      <dsp:nvSpPr>
        <dsp:cNvPr id="0" name=""/>
        <dsp:cNvSpPr/>
      </dsp:nvSpPr>
      <dsp:spPr>
        <a:xfrm>
          <a:off x="105770" y="1600675"/>
          <a:ext cx="1714804" cy="62291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A354E0D-378E-46A5-9B26-562422E180CE}">
      <dsp:nvSpPr>
        <dsp:cNvPr id="0" name=""/>
        <dsp:cNvSpPr/>
      </dsp:nvSpPr>
      <dsp:spPr>
        <a:xfrm>
          <a:off x="296304" y="1781682"/>
          <a:ext cx="1714804" cy="622916"/>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2800" b="1" kern="1200" dirty="0" smtClean="0">
              <a:latin typeface="Berlin Sans FB Demi" panose="020E0802020502020306" pitchFamily="34" charset="0"/>
            </a:rPr>
            <a:t>Know</a:t>
          </a:r>
        </a:p>
      </dsp:txBody>
      <dsp:txXfrm>
        <a:off x="314549" y="1799927"/>
        <a:ext cx="1678314" cy="586426"/>
      </dsp:txXfrm>
    </dsp:sp>
    <dsp:sp modelId="{765A6B2F-A488-4796-93BC-8D64156FDBEA}">
      <dsp:nvSpPr>
        <dsp:cNvPr id="0" name=""/>
        <dsp:cNvSpPr/>
      </dsp:nvSpPr>
      <dsp:spPr>
        <a:xfrm>
          <a:off x="1" y="2722314"/>
          <a:ext cx="1926342" cy="2553450"/>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8587CB7-759F-480F-A935-03F622F63ED8}">
      <dsp:nvSpPr>
        <dsp:cNvPr id="0" name=""/>
        <dsp:cNvSpPr/>
      </dsp:nvSpPr>
      <dsp:spPr>
        <a:xfrm>
          <a:off x="190535" y="2903321"/>
          <a:ext cx="1926342" cy="2553450"/>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i="0" kern="1200" dirty="0" smtClean="0">
              <a:latin typeface="Berlin Sans FB Demi" panose="020E0802020502020306" pitchFamily="34" charset="0"/>
            </a:rPr>
            <a:t>Knowledge</a:t>
          </a:r>
          <a:endParaRPr lang="en-US" sz="2400" b="1" kern="1200" dirty="0">
            <a:latin typeface="Berlin Sans FB Demi" panose="020E0802020502020306" pitchFamily="34" charset="0"/>
          </a:endParaRPr>
        </a:p>
      </dsp:txBody>
      <dsp:txXfrm>
        <a:off x="246956" y="2959742"/>
        <a:ext cx="1813500" cy="2440608"/>
      </dsp:txXfrm>
    </dsp:sp>
    <dsp:sp modelId="{F98E8481-EA3A-4A3A-804F-C9007162D7E8}">
      <dsp:nvSpPr>
        <dsp:cNvPr id="0" name=""/>
        <dsp:cNvSpPr/>
      </dsp:nvSpPr>
      <dsp:spPr>
        <a:xfrm>
          <a:off x="2403903" y="1600675"/>
          <a:ext cx="1714804" cy="640077"/>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9A7D839-0F86-4642-897B-1F2C2205FC4B}">
      <dsp:nvSpPr>
        <dsp:cNvPr id="0" name=""/>
        <dsp:cNvSpPr/>
      </dsp:nvSpPr>
      <dsp:spPr>
        <a:xfrm>
          <a:off x="2594437" y="1781682"/>
          <a:ext cx="1714804" cy="640077"/>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latin typeface="Berlin Sans FB Demi" panose="020E0802020502020306" pitchFamily="34" charset="0"/>
            </a:rPr>
            <a:t>Do</a:t>
          </a:r>
          <a:endParaRPr lang="en-US" sz="2800" b="1" kern="1200" dirty="0">
            <a:latin typeface="Berlin Sans FB Demi" panose="020E0802020502020306" pitchFamily="34" charset="0"/>
          </a:endParaRPr>
        </a:p>
      </dsp:txBody>
      <dsp:txXfrm>
        <a:off x="2613184" y="1800429"/>
        <a:ext cx="1677310" cy="602583"/>
      </dsp:txXfrm>
    </dsp:sp>
    <dsp:sp modelId="{D144EF28-C4F4-4E22-A287-8698EDA0384C}">
      <dsp:nvSpPr>
        <dsp:cNvPr id="0" name=""/>
        <dsp:cNvSpPr/>
      </dsp:nvSpPr>
      <dsp:spPr>
        <a:xfrm>
          <a:off x="2307411" y="2739475"/>
          <a:ext cx="1907788" cy="2552797"/>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53C90FF-27C7-468C-956F-1799A9640472}">
      <dsp:nvSpPr>
        <dsp:cNvPr id="0" name=""/>
        <dsp:cNvSpPr/>
      </dsp:nvSpPr>
      <dsp:spPr>
        <a:xfrm>
          <a:off x="2497945" y="2920482"/>
          <a:ext cx="1907788" cy="2552797"/>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i="0" kern="1200" dirty="0" smtClean="0">
              <a:latin typeface="Berlin Sans FB Demi" panose="020E0802020502020306" pitchFamily="34" charset="0"/>
            </a:rPr>
            <a:t>Skills; compe-tence</a:t>
          </a:r>
          <a:endParaRPr lang="en-US" sz="2400" b="1" kern="1200" dirty="0">
            <a:latin typeface="Berlin Sans FB Demi" panose="020E0802020502020306" pitchFamily="34" charset="0"/>
          </a:endParaRPr>
        </a:p>
      </dsp:txBody>
      <dsp:txXfrm>
        <a:off x="2553822" y="2976359"/>
        <a:ext cx="1796034" cy="2441043"/>
      </dsp:txXfrm>
    </dsp:sp>
    <dsp:sp modelId="{01792AE1-ACFF-460E-ABF6-2CF794C1DF2A}">
      <dsp:nvSpPr>
        <dsp:cNvPr id="0" name=""/>
        <dsp:cNvSpPr/>
      </dsp:nvSpPr>
      <dsp:spPr>
        <a:xfrm>
          <a:off x="4723669" y="1600675"/>
          <a:ext cx="1714804" cy="62291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079A77D-3E21-4758-8A05-6D338E815F3B}">
      <dsp:nvSpPr>
        <dsp:cNvPr id="0" name=""/>
        <dsp:cNvSpPr/>
      </dsp:nvSpPr>
      <dsp:spPr>
        <a:xfrm>
          <a:off x="4914203" y="1781682"/>
          <a:ext cx="1714804" cy="622916"/>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latin typeface="Berlin Sans FB Demi" panose="020E0802020502020306" pitchFamily="34" charset="0"/>
            </a:rPr>
            <a:t>Be</a:t>
          </a:r>
          <a:endParaRPr lang="en-US" sz="2800" b="1" kern="1200" dirty="0">
            <a:latin typeface="Berlin Sans FB Demi" panose="020E0802020502020306" pitchFamily="34" charset="0"/>
          </a:endParaRPr>
        </a:p>
      </dsp:txBody>
      <dsp:txXfrm>
        <a:off x="4932448" y="1799927"/>
        <a:ext cx="1678314" cy="586426"/>
      </dsp:txXfrm>
    </dsp:sp>
    <dsp:sp modelId="{7980ADBD-E83E-4B56-96D9-DFDF50041C24}">
      <dsp:nvSpPr>
        <dsp:cNvPr id="0" name=""/>
        <dsp:cNvSpPr/>
      </dsp:nvSpPr>
      <dsp:spPr>
        <a:xfrm>
          <a:off x="4596267" y="2722314"/>
          <a:ext cx="1969607" cy="2519814"/>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9E22EE9-245D-4311-8B24-362EDA42CFE0}">
      <dsp:nvSpPr>
        <dsp:cNvPr id="0" name=""/>
        <dsp:cNvSpPr/>
      </dsp:nvSpPr>
      <dsp:spPr>
        <a:xfrm>
          <a:off x="4786801" y="2903321"/>
          <a:ext cx="1969607" cy="2519814"/>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i="0" kern="1200" dirty="0" smtClean="0">
              <a:latin typeface="Berlin Sans FB Demi" panose="020E0802020502020306" pitchFamily="34" charset="0"/>
            </a:rPr>
            <a:t> Beliefs; values; be human</a:t>
          </a:r>
          <a:endParaRPr lang="en-US" sz="2400" b="1" kern="1200" dirty="0">
            <a:latin typeface="Berlin Sans FB Demi" panose="020E0802020502020306" pitchFamily="34" charset="0"/>
          </a:endParaRPr>
        </a:p>
      </dsp:txBody>
      <dsp:txXfrm>
        <a:off x="4844489" y="2961009"/>
        <a:ext cx="1854231" cy="2404438"/>
      </dsp:txXfrm>
    </dsp:sp>
    <dsp:sp modelId="{D9C424DE-EB8C-4725-BB67-4760A7F4ED58}">
      <dsp:nvSpPr>
        <dsp:cNvPr id="0" name=""/>
        <dsp:cNvSpPr/>
      </dsp:nvSpPr>
      <dsp:spPr>
        <a:xfrm>
          <a:off x="7058164" y="1600675"/>
          <a:ext cx="1714804" cy="62291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E9FD425-5A63-4433-91A5-6620084DD2B2}">
      <dsp:nvSpPr>
        <dsp:cNvPr id="0" name=""/>
        <dsp:cNvSpPr/>
      </dsp:nvSpPr>
      <dsp:spPr>
        <a:xfrm>
          <a:off x="7248698" y="1781682"/>
          <a:ext cx="1714804" cy="622916"/>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latin typeface="Berlin Sans FB Demi" panose="020E0802020502020306" pitchFamily="34" charset="0"/>
            </a:rPr>
            <a:t>Live together</a:t>
          </a:r>
          <a:endParaRPr lang="en-US" sz="2800" b="1" kern="1200" dirty="0">
            <a:latin typeface="Berlin Sans FB Demi" panose="020E0802020502020306" pitchFamily="34" charset="0"/>
          </a:endParaRPr>
        </a:p>
      </dsp:txBody>
      <dsp:txXfrm>
        <a:off x="7266943" y="1799927"/>
        <a:ext cx="1678314" cy="586426"/>
      </dsp:txXfrm>
    </dsp:sp>
    <dsp:sp modelId="{FFFB8855-1341-4585-AFCA-043B0E593D8B}">
      <dsp:nvSpPr>
        <dsp:cNvPr id="0" name=""/>
        <dsp:cNvSpPr/>
      </dsp:nvSpPr>
      <dsp:spPr>
        <a:xfrm>
          <a:off x="6946942" y="2722314"/>
          <a:ext cx="1937248" cy="2519814"/>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1398C71-29D9-4FB5-B388-BED9BB068FB9}">
      <dsp:nvSpPr>
        <dsp:cNvPr id="0" name=""/>
        <dsp:cNvSpPr/>
      </dsp:nvSpPr>
      <dsp:spPr>
        <a:xfrm>
          <a:off x="7137476" y="2903321"/>
          <a:ext cx="1937248" cy="2519814"/>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i="0" kern="1200" dirty="0" smtClean="0">
              <a:latin typeface="Berlin Sans FB Demi" panose="020E0802020502020306" pitchFamily="34" charset="0"/>
            </a:rPr>
            <a:t>Knowledge and under-standing of self and others.</a:t>
          </a:r>
          <a:endParaRPr lang="en-US" sz="2400" b="1" kern="1200" dirty="0">
            <a:latin typeface="Berlin Sans FB Demi" panose="020E0802020502020306" pitchFamily="34" charset="0"/>
          </a:endParaRPr>
        </a:p>
      </dsp:txBody>
      <dsp:txXfrm>
        <a:off x="7194216" y="2960061"/>
        <a:ext cx="1823768" cy="24063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0F26B-2CAB-43FE-9CE0-7589C8A5F07D}">
      <dsp:nvSpPr>
        <dsp:cNvPr id="0" name=""/>
        <dsp:cNvSpPr/>
      </dsp:nvSpPr>
      <dsp:spPr>
        <a:xfrm>
          <a:off x="0" y="121424"/>
          <a:ext cx="8534400" cy="599625"/>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smtClean="0"/>
            <a:t>Reflex Movements </a:t>
          </a:r>
          <a:endParaRPr lang="en-US" sz="2500" kern="1200" dirty="0"/>
        </a:p>
      </dsp:txBody>
      <dsp:txXfrm>
        <a:off x="29271" y="150695"/>
        <a:ext cx="8475858" cy="541083"/>
      </dsp:txXfrm>
    </dsp:sp>
    <dsp:sp modelId="{B904785A-F7D5-48B6-B7F9-101C5DFA7F99}">
      <dsp:nvSpPr>
        <dsp:cNvPr id="0" name=""/>
        <dsp:cNvSpPr/>
      </dsp:nvSpPr>
      <dsp:spPr>
        <a:xfrm>
          <a:off x="0" y="721049"/>
          <a:ext cx="85344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To flex, to stretch, to straighten</a:t>
          </a:r>
          <a:endParaRPr lang="en-US" sz="2000" kern="1200" dirty="0"/>
        </a:p>
      </dsp:txBody>
      <dsp:txXfrm>
        <a:off x="0" y="721049"/>
        <a:ext cx="8534400" cy="414000"/>
      </dsp:txXfrm>
    </dsp:sp>
    <dsp:sp modelId="{34DEB456-54C6-402E-8BAF-D56A3E0B52B9}">
      <dsp:nvSpPr>
        <dsp:cNvPr id="0" name=""/>
        <dsp:cNvSpPr/>
      </dsp:nvSpPr>
      <dsp:spPr>
        <a:xfrm>
          <a:off x="0" y="1135049"/>
          <a:ext cx="8534400" cy="599625"/>
        </a:xfrm>
        <a:prstGeom prst="roundRect">
          <a:avLst/>
        </a:prstGeom>
        <a:solidFill>
          <a:schemeClr val="accent2">
            <a:hueOff val="936304"/>
            <a:satOff val="-1168"/>
            <a:lumOff val="27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smtClean="0"/>
            <a:t>Fundamental Movements </a:t>
          </a:r>
          <a:endParaRPr lang="en-US" sz="2500" kern="1200" dirty="0"/>
        </a:p>
      </dsp:txBody>
      <dsp:txXfrm>
        <a:off x="29271" y="1164320"/>
        <a:ext cx="8475858" cy="541083"/>
      </dsp:txXfrm>
    </dsp:sp>
    <dsp:sp modelId="{3D13B8C5-4C8D-44E5-8121-414718FBD665}">
      <dsp:nvSpPr>
        <dsp:cNvPr id="0" name=""/>
        <dsp:cNvSpPr/>
      </dsp:nvSpPr>
      <dsp:spPr>
        <a:xfrm>
          <a:off x="0" y="1734674"/>
          <a:ext cx="85344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To crawl, to creep, to slide, to walk</a:t>
          </a:r>
          <a:endParaRPr lang="en-US" sz="2000" kern="1200" dirty="0"/>
        </a:p>
      </dsp:txBody>
      <dsp:txXfrm>
        <a:off x="0" y="1734674"/>
        <a:ext cx="8534400" cy="414000"/>
      </dsp:txXfrm>
    </dsp:sp>
    <dsp:sp modelId="{73FB5E82-035A-49B2-91C9-1F12384A846F}">
      <dsp:nvSpPr>
        <dsp:cNvPr id="0" name=""/>
        <dsp:cNvSpPr/>
      </dsp:nvSpPr>
      <dsp:spPr>
        <a:xfrm>
          <a:off x="0" y="2148674"/>
          <a:ext cx="8534400" cy="599625"/>
        </a:xfrm>
        <a:prstGeom prst="roundRect">
          <a:avLst/>
        </a:prstGeom>
        <a:solidFill>
          <a:schemeClr val="accent2">
            <a:hueOff val="1872608"/>
            <a:satOff val="-2336"/>
            <a:lumOff val="549"/>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smtClean="0"/>
            <a:t>Perceptual abilities </a:t>
          </a:r>
          <a:endParaRPr lang="en-US" sz="2500" kern="1200" dirty="0"/>
        </a:p>
      </dsp:txBody>
      <dsp:txXfrm>
        <a:off x="29271" y="2177945"/>
        <a:ext cx="8475858" cy="541083"/>
      </dsp:txXfrm>
    </dsp:sp>
    <dsp:sp modelId="{1B71AAC4-BAD3-49D2-A20C-3A087132C6B0}">
      <dsp:nvSpPr>
        <dsp:cNvPr id="0" name=""/>
        <dsp:cNvSpPr/>
      </dsp:nvSpPr>
      <dsp:spPr>
        <a:xfrm>
          <a:off x="0" y="2748299"/>
          <a:ext cx="85344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To catch, to bounce, to eat</a:t>
          </a:r>
          <a:endParaRPr lang="en-US" sz="2000" kern="1200" dirty="0"/>
        </a:p>
      </dsp:txBody>
      <dsp:txXfrm>
        <a:off x="0" y="2748299"/>
        <a:ext cx="8534400" cy="414000"/>
      </dsp:txXfrm>
    </dsp:sp>
    <dsp:sp modelId="{1916845F-CFA3-491A-873C-777B129A3F9E}">
      <dsp:nvSpPr>
        <dsp:cNvPr id="0" name=""/>
        <dsp:cNvSpPr/>
      </dsp:nvSpPr>
      <dsp:spPr>
        <a:xfrm>
          <a:off x="0" y="3162299"/>
          <a:ext cx="8534400" cy="599625"/>
        </a:xfrm>
        <a:prstGeom prst="roundRect">
          <a:avLst/>
        </a:prstGeom>
        <a:solidFill>
          <a:schemeClr val="accent2">
            <a:hueOff val="2808911"/>
            <a:satOff val="-3503"/>
            <a:lumOff val="82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smtClean="0"/>
            <a:t>Physical Abilities</a:t>
          </a:r>
        </a:p>
      </dsp:txBody>
      <dsp:txXfrm>
        <a:off x="29271" y="3191570"/>
        <a:ext cx="8475858" cy="541083"/>
      </dsp:txXfrm>
    </dsp:sp>
    <dsp:sp modelId="{257623DA-60D1-490A-A416-B98C610F1892}">
      <dsp:nvSpPr>
        <dsp:cNvPr id="0" name=""/>
        <dsp:cNvSpPr/>
      </dsp:nvSpPr>
      <dsp:spPr>
        <a:xfrm>
          <a:off x="0" y="3761924"/>
          <a:ext cx="85344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To endure, to improve, to increase</a:t>
          </a:r>
        </a:p>
      </dsp:txBody>
      <dsp:txXfrm>
        <a:off x="0" y="3761924"/>
        <a:ext cx="8534400" cy="414000"/>
      </dsp:txXfrm>
    </dsp:sp>
    <dsp:sp modelId="{8E15EC19-CA36-4334-8E8A-7C79A399796E}">
      <dsp:nvSpPr>
        <dsp:cNvPr id="0" name=""/>
        <dsp:cNvSpPr/>
      </dsp:nvSpPr>
      <dsp:spPr>
        <a:xfrm>
          <a:off x="0" y="4175924"/>
          <a:ext cx="8534400" cy="599625"/>
        </a:xfrm>
        <a:prstGeom prst="roundRect">
          <a:avLst/>
        </a:prstGeom>
        <a:solidFill>
          <a:schemeClr val="accent2">
            <a:hueOff val="3745215"/>
            <a:satOff val="-4671"/>
            <a:lumOff val="109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smtClean="0"/>
            <a:t>Skilled </a:t>
          </a:r>
          <a:endParaRPr lang="en-US" sz="2500" kern="1200" dirty="0" smtClean="0"/>
        </a:p>
      </dsp:txBody>
      <dsp:txXfrm>
        <a:off x="29271" y="4205195"/>
        <a:ext cx="8475858" cy="541083"/>
      </dsp:txXfrm>
    </dsp:sp>
    <dsp:sp modelId="{CEBD3BAE-D126-408A-9F42-8DCCF4FDFEA9}">
      <dsp:nvSpPr>
        <dsp:cNvPr id="0" name=""/>
        <dsp:cNvSpPr/>
      </dsp:nvSpPr>
      <dsp:spPr>
        <a:xfrm>
          <a:off x="0" y="4775549"/>
          <a:ext cx="85344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To waltz, to type, to play the piano</a:t>
          </a:r>
        </a:p>
      </dsp:txBody>
      <dsp:txXfrm>
        <a:off x="0" y="4775549"/>
        <a:ext cx="8534400" cy="414000"/>
      </dsp:txXfrm>
    </dsp:sp>
    <dsp:sp modelId="{D7966E5C-8C64-40DF-AF50-035B2BD4342A}">
      <dsp:nvSpPr>
        <dsp:cNvPr id="0" name=""/>
        <dsp:cNvSpPr/>
      </dsp:nvSpPr>
      <dsp:spPr>
        <a:xfrm>
          <a:off x="0" y="5189549"/>
          <a:ext cx="8534400" cy="599625"/>
        </a:xfrm>
        <a:prstGeom prst="round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sz="2500" kern="1200" dirty="0" smtClean="0"/>
            <a:t>Non-discursive Communication</a:t>
          </a:r>
        </a:p>
      </dsp:txBody>
      <dsp:txXfrm>
        <a:off x="29271" y="5218820"/>
        <a:ext cx="8475858" cy="541083"/>
      </dsp:txXfrm>
    </dsp:sp>
    <dsp:sp modelId="{26F1129B-776C-44A3-8F4E-C2649DB3874A}">
      <dsp:nvSpPr>
        <dsp:cNvPr id="0" name=""/>
        <dsp:cNvSpPr/>
      </dsp:nvSpPr>
      <dsp:spPr>
        <a:xfrm>
          <a:off x="0" y="5789174"/>
          <a:ext cx="8534400" cy="414000"/>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7096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t>To gesture, to stand, to sit</a:t>
          </a:r>
        </a:p>
      </dsp:txBody>
      <dsp:txXfrm>
        <a:off x="0" y="5789174"/>
        <a:ext cx="8534400" cy="414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C87E4C-8513-42B7-A04D-268722DA025A}">
      <dsp:nvSpPr>
        <dsp:cNvPr id="0" name=""/>
        <dsp:cNvSpPr/>
      </dsp:nvSpPr>
      <dsp:spPr>
        <a:xfrm rot="21300000">
          <a:off x="18706" y="1625335"/>
          <a:ext cx="6058586" cy="693799"/>
        </a:xfrm>
        <a:prstGeom prst="mathMinus">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B813087B-175B-4B64-8FD2-B58E813A3C5D}">
      <dsp:nvSpPr>
        <dsp:cNvPr id="0" name=""/>
        <dsp:cNvSpPr/>
      </dsp:nvSpPr>
      <dsp:spPr>
        <a:xfrm>
          <a:off x="731520" y="197223"/>
          <a:ext cx="1828800" cy="1577788"/>
        </a:xfrm>
        <a:prstGeom prst="downArrow">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C72D072-801B-48C7-AC05-564B4BD54314}">
      <dsp:nvSpPr>
        <dsp:cNvPr id="0" name=""/>
        <dsp:cNvSpPr/>
      </dsp:nvSpPr>
      <dsp:spPr>
        <a:xfrm>
          <a:off x="2316480" y="0"/>
          <a:ext cx="3779520" cy="16566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928" tIns="312928" rIns="312928" bIns="312928" numCol="1" spcCol="1270" anchor="ctr" anchorCtr="0">
          <a:noAutofit/>
        </a:bodyPr>
        <a:lstStyle/>
        <a:p>
          <a:pPr lvl="0" algn="ctr" defTabSz="1955800">
            <a:lnSpc>
              <a:spcPct val="90000"/>
            </a:lnSpc>
            <a:spcBef>
              <a:spcPct val="0"/>
            </a:spcBef>
            <a:spcAft>
              <a:spcPct val="35000"/>
            </a:spcAft>
          </a:pPr>
          <a:r>
            <a:rPr lang="en-US" sz="4400" kern="1200" dirty="0" smtClean="0">
              <a:latin typeface="Berlin Sans FB Demi" panose="020E0802020502020306" pitchFamily="34" charset="0"/>
            </a:rPr>
            <a:t>DIFFICULT</a:t>
          </a:r>
          <a:endParaRPr lang="en-US" sz="4400" kern="1200" dirty="0">
            <a:latin typeface="Berlin Sans FB Demi" panose="020E0802020502020306" pitchFamily="34" charset="0"/>
          </a:endParaRPr>
        </a:p>
      </dsp:txBody>
      <dsp:txXfrm>
        <a:off x="2316480" y="0"/>
        <a:ext cx="3779520" cy="1656677"/>
      </dsp:txXfrm>
    </dsp:sp>
    <dsp:sp modelId="{3DF936A7-DA75-4B15-A6A8-49BFFC7C3CCF}">
      <dsp:nvSpPr>
        <dsp:cNvPr id="0" name=""/>
        <dsp:cNvSpPr/>
      </dsp:nvSpPr>
      <dsp:spPr>
        <a:xfrm>
          <a:off x="3535680" y="2169459"/>
          <a:ext cx="1828800" cy="1577788"/>
        </a:xfrm>
        <a:prstGeom prst="upArrow">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2C84126-326B-4E48-B4BD-3ADE73451B4E}">
      <dsp:nvSpPr>
        <dsp:cNvPr id="0" name=""/>
        <dsp:cNvSpPr/>
      </dsp:nvSpPr>
      <dsp:spPr>
        <a:xfrm>
          <a:off x="346360" y="2287793"/>
          <a:ext cx="3086799" cy="16566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2064" tIns="512064" rIns="512064" bIns="512064" numCol="1" spcCol="1270" anchor="ctr" anchorCtr="0">
          <a:noAutofit/>
        </a:bodyPr>
        <a:lstStyle/>
        <a:p>
          <a:pPr lvl="0" algn="ctr" defTabSz="3200400">
            <a:lnSpc>
              <a:spcPct val="90000"/>
            </a:lnSpc>
            <a:spcBef>
              <a:spcPct val="0"/>
            </a:spcBef>
            <a:spcAft>
              <a:spcPct val="35000"/>
            </a:spcAft>
          </a:pPr>
          <a:r>
            <a:rPr lang="en-US" sz="7200" kern="1200" dirty="0" smtClean="0"/>
            <a:t>EASY</a:t>
          </a:r>
          <a:endParaRPr lang="en-US" sz="7200" kern="1200" dirty="0"/>
        </a:p>
      </dsp:txBody>
      <dsp:txXfrm>
        <a:off x="346360" y="2287793"/>
        <a:ext cx="3086799" cy="165667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507E77-E162-4397-8AE0-1F84D6B6C38D}" type="datetimeFigureOut">
              <a:rPr lang="en-PH" smtClean="0"/>
              <a:t>10/09/2017</a:t>
            </a:fld>
            <a:endParaRPr lang="en-P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26572E-1133-470D-9B8F-2D185AF6C44B}" type="slidenum">
              <a:rPr lang="en-PH" smtClean="0"/>
              <a:t>‹#›</a:t>
            </a:fld>
            <a:endParaRPr lang="en-PH"/>
          </a:p>
        </p:txBody>
      </p:sp>
    </p:spTree>
    <p:extLst>
      <p:ext uri="{BB962C8B-B14F-4D97-AF65-F5344CB8AC3E}">
        <p14:creationId xmlns:p14="http://schemas.microsoft.com/office/powerpoint/2010/main" val="3726890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0E0040-C294-454E-8452-A2D69326059E}" type="slidenum">
              <a:rPr lang="en-US" smtClean="0"/>
              <a:t>34</a:t>
            </a:fld>
            <a:endParaRPr lang="en-US"/>
          </a:p>
        </p:txBody>
      </p:sp>
    </p:spTree>
    <p:extLst>
      <p:ext uri="{BB962C8B-B14F-4D97-AF65-F5344CB8AC3E}">
        <p14:creationId xmlns:p14="http://schemas.microsoft.com/office/powerpoint/2010/main" val="30183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0E0040-C294-454E-8452-A2D69326059E}" type="slidenum">
              <a:rPr lang="en-US" smtClean="0"/>
              <a:t>35</a:t>
            </a:fld>
            <a:endParaRPr lang="en-US"/>
          </a:p>
        </p:txBody>
      </p:sp>
    </p:spTree>
    <p:extLst>
      <p:ext uri="{BB962C8B-B14F-4D97-AF65-F5344CB8AC3E}">
        <p14:creationId xmlns:p14="http://schemas.microsoft.com/office/powerpoint/2010/main" val="30183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0E0040-C294-454E-8452-A2D69326059E}" type="slidenum">
              <a:rPr lang="en-US" smtClean="0"/>
              <a:t>37</a:t>
            </a:fld>
            <a:endParaRPr lang="en-US"/>
          </a:p>
        </p:txBody>
      </p:sp>
    </p:spTree>
    <p:extLst>
      <p:ext uri="{BB962C8B-B14F-4D97-AF65-F5344CB8AC3E}">
        <p14:creationId xmlns:p14="http://schemas.microsoft.com/office/powerpoint/2010/main" val="30183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Sec. 20 Registration</a:t>
            </a:r>
            <a:r>
              <a:rPr lang="en-US" b="1" baseline="0" dirty="0" smtClean="0"/>
              <a:t> by Reciprocity: </a:t>
            </a:r>
            <a:r>
              <a:rPr lang="en-US" baseline="0" dirty="0" smtClean="0"/>
              <a:t>A certificate of registration/ professional license may be issued without examination to nurses registered under the laws of foreign country or state; Provided, that the requirements for registration or licensing of nurses in said country are substantially the same as those prescribed under this Act. Provided further, that the laws of such state or country grant the same privileges to registered nurses of the Phil on the same basis as the subjects or citizens of such foreign state or country. </a:t>
            </a:r>
            <a:endParaRPr lang="en-US" dirty="0" smtClean="0"/>
          </a:p>
          <a:p>
            <a:endParaRPr lang="en-US" dirty="0"/>
          </a:p>
        </p:txBody>
      </p:sp>
      <p:sp>
        <p:nvSpPr>
          <p:cNvPr id="4" name="Slide Number Placeholder 3"/>
          <p:cNvSpPr>
            <a:spLocks noGrp="1"/>
          </p:cNvSpPr>
          <p:nvPr>
            <p:ph type="sldNum" sz="quarter" idx="10"/>
          </p:nvPr>
        </p:nvSpPr>
        <p:spPr/>
        <p:txBody>
          <a:bodyPr/>
          <a:lstStyle/>
          <a:p>
            <a:fld id="{798F40C6-5F54-4664-B467-5F5AECCFC435}" type="slidenum">
              <a:rPr lang="en-US" smtClean="0"/>
              <a:t>39</a:t>
            </a:fld>
            <a:endParaRPr lang="en-US"/>
          </a:p>
        </p:txBody>
      </p:sp>
    </p:spTree>
    <p:extLst>
      <p:ext uri="{BB962C8B-B14F-4D97-AF65-F5344CB8AC3E}">
        <p14:creationId xmlns:p14="http://schemas.microsoft.com/office/powerpoint/2010/main" val="914691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Sec. 20 Registration</a:t>
            </a:r>
            <a:r>
              <a:rPr lang="en-US" b="1" baseline="0" dirty="0" smtClean="0"/>
              <a:t> by Reciprocity: </a:t>
            </a:r>
            <a:r>
              <a:rPr lang="en-US" baseline="0" dirty="0" smtClean="0"/>
              <a:t>A certificate of registration/ professional license may be issued without examination to nurses registered under the laws of foreign country or state; Provided, that the requirements for registration or licensing of nurses in said country are substantially the same as those prescribed under this Act. Provided further, that the laws of such state or country grant the same privileges to registered nurses of the Phil on the same basis as the subjects or citizens of such foreign state or country. </a:t>
            </a:r>
            <a:endParaRPr lang="en-US" dirty="0" smtClean="0"/>
          </a:p>
          <a:p>
            <a:endParaRPr lang="en-US" dirty="0"/>
          </a:p>
        </p:txBody>
      </p:sp>
      <p:sp>
        <p:nvSpPr>
          <p:cNvPr id="4" name="Slide Number Placeholder 3"/>
          <p:cNvSpPr>
            <a:spLocks noGrp="1"/>
          </p:cNvSpPr>
          <p:nvPr>
            <p:ph type="sldNum" sz="quarter" idx="10"/>
          </p:nvPr>
        </p:nvSpPr>
        <p:spPr/>
        <p:txBody>
          <a:bodyPr/>
          <a:lstStyle/>
          <a:p>
            <a:fld id="{798F40C6-5F54-4664-B467-5F5AECCFC435}" type="slidenum">
              <a:rPr lang="en-US" smtClean="0"/>
              <a:t>41</a:t>
            </a:fld>
            <a:endParaRPr lang="en-US"/>
          </a:p>
        </p:txBody>
      </p:sp>
    </p:spTree>
    <p:extLst>
      <p:ext uri="{BB962C8B-B14F-4D97-AF65-F5344CB8AC3E}">
        <p14:creationId xmlns:p14="http://schemas.microsoft.com/office/powerpoint/2010/main" val="914691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0E0040-C294-454E-8452-A2D69326059E}" type="slidenum">
              <a:rPr lang="en-US" smtClean="0"/>
              <a:t>45</a:t>
            </a:fld>
            <a:endParaRPr lang="en-US"/>
          </a:p>
        </p:txBody>
      </p:sp>
    </p:spTree>
    <p:extLst>
      <p:ext uri="{BB962C8B-B14F-4D97-AF65-F5344CB8AC3E}">
        <p14:creationId xmlns:p14="http://schemas.microsoft.com/office/powerpoint/2010/main" val="30183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0E0040-C294-454E-8452-A2D69326059E}" type="slidenum">
              <a:rPr lang="en-US" smtClean="0"/>
              <a:t>85</a:t>
            </a:fld>
            <a:endParaRPr lang="en-US"/>
          </a:p>
        </p:txBody>
      </p:sp>
    </p:spTree>
    <p:extLst>
      <p:ext uri="{BB962C8B-B14F-4D97-AF65-F5344CB8AC3E}">
        <p14:creationId xmlns:p14="http://schemas.microsoft.com/office/powerpoint/2010/main" val="30183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6A26572E-1133-470D-9B8F-2D185AF6C44B}" type="slidenum">
              <a:rPr lang="en-PH" smtClean="0"/>
              <a:t>102</a:t>
            </a:fld>
            <a:endParaRPr lang="en-PH"/>
          </a:p>
        </p:txBody>
      </p:sp>
    </p:spTree>
    <p:extLst>
      <p:ext uri="{BB962C8B-B14F-4D97-AF65-F5344CB8AC3E}">
        <p14:creationId xmlns:p14="http://schemas.microsoft.com/office/powerpoint/2010/main" val="1495476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0E0040-C294-454E-8452-A2D69326059E}" type="slidenum">
              <a:rPr lang="en-US" smtClean="0"/>
              <a:t>128</a:t>
            </a:fld>
            <a:endParaRPr lang="en-US"/>
          </a:p>
        </p:txBody>
      </p:sp>
    </p:spTree>
    <p:extLst>
      <p:ext uri="{BB962C8B-B14F-4D97-AF65-F5344CB8AC3E}">
        <p14:creationId xmlns:p14="http://schemas.microsoft.com/office/powerpoint/2010/main" val="30183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gi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4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7.gif"/><Relationship Id="rId7" Type="http://schemas.openxmlformats.org/officeDocument/2006/relationships/diagramColors" Target="../diagrams/colors10.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750834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lnSpcReduction="10000"/>
          </a:bodyPr>
          <a:lstStyle/>
          <a:p>
            <a:pPr algn="l"/>
            <a:r>
              <a:rPr lang="en-GB" dirty="0" smtClean="0">
                <a:solidFill>
                  <a:schemeClr val="tx1"/>
                </a:solidFill>
              </a:rPr>
              <a:t>1. In </a:t>
            </a:r>
            <a:r>
              <a:rPr lang="en-GB" dirty="0">
                <a:solidFill>
                  <a:schemeClr val="tx1"/>
                </a:solidFill>
              </a:rPr>
              <a:t>2010, only 15% of BEED and 25% of BSED graduates passed the LET. What should be done to prevent the </a:t>
            </a:r>
            <a:r>
              <a:rPr lang="en-GB" dirty="0" smtClean="0">
                <a:solidFill>
                  <a:schemeClr val="tx1"/>
                </a:solidFill>
              </a:rPr>
              <a:t>low performance </a:t>
            </a:r>
            <a:r>
              <a:rPr lang="en-GB" dirty="0">
                <a:solidFill>
                  <a:schemeClr val="tx1"/>
                </a:solidFill>
              </a:rPr>
              <a:t>of graduates taking the LET?</a:t>
            </a:r>
            <a:endParaRPr lang="en-PH" dirty="0">
              <a:solidFill>
                <a:schemeClr val="tx1"/>
              </a:solidFill>
            </a:endParaRPr>
          </a:p>
          <a:p>
            <a:pPr marL="514350" indent="-514350" algn="l">
              <a:buFont typeface="+mj-lt"/>
              <a:buAutoNum type="alphaUcPeriod"/>
            </a:pPr>
            <a:r>
              <a:rPr lang="en-GB" dirty="0" smtClean="0">
                <a:solidFill>
                  <a:schemeClr val="tx1"/>
                </a:solidFill>
              </a:rPr>
              <a:t>Revise </a:t>
            </a:r>
            <a:r>
              <a:rPr lang="en-GB" dirty="0">
                <a:solidFill>
                  <a:schemeClr val="tx1"/>
                </a:solidFill>
              </a:rPr>
              <a:t>objective-setting instead of TOS competencies outcomes </a:t>
            </a:r>
            <a:endParaRPr lang="en-PH" dirty="0">
              <a:solidFill>
                <a:schemeClr val="tx1"/>
              </a:solidFill>
            </a:endParaRPr>
          </a:p>
          <a:p>
            <a:pPr marL="514350" indent="-514350" algn="l">
              <a:buFont typeface="+mj-lt"/>
              <a:buAutoNum type="alphaUcPeriod"/>
            </a:pPr>
            <a:r>
              <a:rPr lang="en-GB" dirty="0" smtClean="0">
                <a:solidFill>
                  <a:schemeClr val="tx1"/>
                </a:solidFill>
              </a:rPr>
              <a:t>Lower </a:t>
            </a:r>
            <a:r>
              <a:rPr lang="en-GB" dirty="0">
                <a:solidFill>
                  <a:schemeClr val="tx1"/>
                </a:solidFill>
              </a:rPr>
              <a:t>tuition fees in </a:t>
            </a:r>
            <a:r>
              <a:rPr lang="en-GB" dirty="0" smtClean="0">
                <a:solidFill>
                  <a:schemeClr val="tx1"/>
                </a:solidFill>
              </a:rPr>
              <a:t>TEIs</a:t>
            </a:r>
            <a:endParaRPr lang="en-PH" dirty="0">
              <a:solidFill>
                <a:schemeClr val="tx1"/>
              </a:solidFill>
            </a:endParaRPr>
          </a:p>
          <a:p>
            <a:pPr marL="514350" indent="-514350" algn="l">
              <a:buFont typeface="+mj-lt"/>
              <a:buAutoNum type="alphaUcPeriod"/>
            </a:pPr>
            <a:r>
              <a:rPr lang="en-GB" dirty="0" smtClean="0">
                <a:solidFill>
                  <a:schemeClr val="tx1"/>
                </a:solidFill>
              </a:rPr>
              <a:t>Implement </a:t>
            </a:r>
            <a:r>
              <a:rPr lang="en-GB" dirty="0">
                <a:solidFill>
                  <a:schemeClr val="tx1"/>
                </a:solidFill>
              </a:rPr>
              <a:t>selective admission in TEIs </a:t>
            </a:r>
            <a:endParaRPr lang="en-PH" dirty="0">
              <a:solidFill>
                <a:schemeClr val="tx1"/>
              </a:solidFill>
            </a:endParaRPr>
          </a:p>
          <a:p>
            <a:pPr marL="514350" indent="-514350" algn="l">
              <a:buFont typeface="+mj-lt"/>
              <a:buAutoNum type="alphaUcPeriod"/>
            </a:pPr>
            <a:r>
              <a:rPr lang="en-GB" dirty="0" smtClean="0">
                <a:solidFill>
                  <a:schemeClr val="tx1"/>
                </a:solidFill>
              </a:rPr>
              <a:t>Review </a:t>
            </a:r>
            <a:r>
              <a:rPr lang="en-GB" dirty="0">
                <a:solidFill>
                  <a:schemeClr val="tx1"/>
                </a:solidFill>
              </a:rPr>
              <a:t>existing teacher education curriculum vis-vis TOS </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59173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534401" cy="5708153"/>
          </a:xfrm>
        </p:spPr>
        <p:txBody>
          <a:bodyPr>
            <a:normAutofit/>
          </a:bodyPr>
          <a:lstStyle/>
          <a:p>
            <a:pPr marL="0" indent="0">
              <a:buNone/>
            </a:pPr>
            <a:endParaRPr lang="en-US" dirty="0"/>
          </a:p>
        </p:txBody>
      </p:sp>
      <p:sp>
        <p:nvSpPr>
          <p:cNvPr id="4" name="TextBox 3"/>
          <p:cNvSpPr txBox="1"/>
          <p:nvPr/>
        </p:nvSpPr>
        <p:spPr>
          <a:xfrm>
            <a:off x="1561328" y="254996"/>
            <a:ext cx="6431503" cy="653841"/>
          </a:xfrm>
          <a:prstGeom prst="rect">
            <a:avLst/>
          </a:prstGeom>
          <a:noFill/>
        </p:spPr>
        <p:txBody>
          <a:bodyPr wrap="square" lIns="114117" tIns="57059" rIns="114117" bIns="57059" rtlCol="0">
            <a:spAutoFit/>
          </a:bodyPr>
          <a:lstStyle/>
          <a:p>
            <a:pPr algn="ctr"/>
            <a:r>
              <a:rPr lang="en-US" sz="3500" b="1" dirty="0">
                <a:ln w="12700">
                  <a:solidFill>
                    <a:sysClr val="windowText" lastClr="000000"/>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REPUBLIC ACT NO. 7836</a:t>
            </a:r>
          </a:p>
        </p:txBody>
      </p:sp>
      <p:sp>
        <p:nvSpPr>
          <p:cNvPr id="5" name="TextBox 4"/>
          <p:cNvSpPr txBox="1"/>
          <p:nvPr/>
        </p:nvSpPr>
        <p:spPr>
          <a:xfrm>
            <a:off x="152400" y="864950"/>
            <a:ext cx="8839200" cy="1192450"/>
          </a:xfrm>
          <a:prstGeom prst="rect">
            <a:avLst/>
          </a:prstGeom>
          <a:solidFill>
            <a:schemeClr val="tx1"/>
          </a:solidFill>
        </p:spPr>
        <p:txBody>
          <a:bodyPr wrap="square" lIns="114117" tIns="57059" rIns="114117" bIns="57059" rtlCol="0">
            <a:spAutoFit/>
          </a:bodyPr>
          <a:lstStyle/>
          <a:p>
            <a:pPr algn="ctr"/>
            <a:r>
              <a:rPr lang="en-US" sz="35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"Philippine Teachers Professionalization </a:t>
            </a:r>
            <a:endParaRPr lang="en-US" sz="35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endParaRPr>
          </a:p>
          <a:p>
            <a:pPr algn="ctr"/>
            <a:r>
              <a:rPr lang="en-US" sz="35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Act </a:t>
            </a:r>
            <a:r>
              <a:rPr lang="en-US" sz="35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of 1994"</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52600"/>
            <a:ext cx="8991600" cy="4920694"/>
          </a:xfrm>
          <a:prstGeom prst="rect">
            <a:avLst/>
          </a:prstGeom>
        </p:spPr>
      </p:pic>
      <p:sp>
        <p:nvSpPr>
          <p:cNvPr id="7" name="Rectangle 6"/>
          <p:cNvSpPr/>
          <p:nvPr/>
        </p:nvSpPr>
        <p:spPr>
          <a:xfrm>
            <a:off x="685800" y="2114014"/>
            <a:ext cx="7620000" cy="3600986"/>
          </a:xfrm>
          <a:prstGeom prst="rect">
            <a:avLst/>
          </a:prstGeom>
        </p:spPr>
        <p:txBody>
          <a:bodyPr wrap="square">
            <a:spAutoFit/>
          </a:bodyPr>
          <a:lstStyle/>
          <a:p>
            <a:pPr algn="ctr"/>
            <a:r>
              <a:rPr lang="en-US" sz="3800" dirty="0" smtClean="0">
                <a:latin typeface="Berlin Sans FB" pitchFamily="34" charset="0"/>
              </a:rPr>
              <a:t>An act to strengthen the regulation and supervision of the</a:t>
            </a:r>
          </a:p>
          <a:p>
            <a:pPr algn="ctr"/>
            <a:r>
              <a:rPr lang="en-US" sz="3800" dirty="0" smtClean="0">
                <a:latin typeface="Berlin Sans FB" pitchFamily="34" charset="0"/>
              </a:rPr>
              <a:t>Practice of teaching in the Philippines and prescribing a</a:t>
            </a:r>
          </a:p>
          <a:p>
            <a:pPr algn="ctr"/>
            <a:r>
              <a:rPr lang="en-US" sz="3800" dirty="0" smtClean="0">
                <a:latin typeface="Berlin Sans FB" pitchFamily="34" charset="0"/>
              </a:rPr>
              <a:t>Licensure Examination for Teachers and for other purposes.</a:t>
            </a:r>
            <a:endParaRPr lang="en-US" sz="3800" dirty="0">
              <a:latin typeface="Berlin Sans FB" pitchFamily="34" charset="0"/>
            </a:endParaRPr>
          </a:p>
        </p:txBody>
      </p:sp>
    </p:spTree>
    <p:extLst>
      <p:ext uri="{BB962C8B-B14F-4D97-AF65-F5344CB8AC3E}">
        <p14:creationId xmlns:p14="http://schemas.microsoft.com/office/powerpoint/2010/main" val="190252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 By </a:t>
            </a:r>
            <a:r>
              <a:rPr lang="en-GB" dirty="0">
                <a:solidFill>
                  <a:schemeClr val="tx1"/>
                </a:solidFill>
              </a:rPr>
              <a:t>way of language medium, which is best for students of diverse cultural backgrounds?</a:t>
            </a:r>
            <a:endParaRPr lang="en-PH" dirty="0">
              <a:solidFill>
                <a:schemeClr val="tx1"/>
              </a:solidFill>
            </a:endParaRPr>
          </a:p>
          <a:p>
            <a:pPr marL="514350" indent="-514350" algn="l">
              <a:buFont typeface="+mj-lt"/>
              <a:buAutoNum type="alphaUcPeriod"/>
            </a:pPr>
            <a:r>
              <a:rPr lang="en-GB" dirty="0" smtClean="0">
                <a:solidFill>
                  <a:schemeClr val="tx1"/>
                </a:solidFill>
              </a:rPr>
              <a:t>Regional dialects</a:t>
            </a:r>
          </a:p>
          <a:p>
            <a:pPr marL="514350" indent="-514350" algn="l">
              <a:buFont typeface="+mj-lt"/>
              <a:buAutoNum type="alphaUcPeriod"/>
            </a:pPr>
            <a:r>
              <a:rPr lang="en-GB" dirty="0" smtClean="0">
                <a:solidFill>
                  <a:schemeClr val="tx1"/>
                </a:solidFill>
              </a:rPr>
              <a:t>National language</a:t>
            </a:r>
          </a:p>
          <a:p>
            <a:pPr marL="514350" indent="-514350" algn="l">
              <a:buFont typeface="+mj-lt"/>
              <a:buAutoNum type="alphaUcPeriod"/>
            </a:pPr>
            <a:r>
              <a:rPr lang="en-GB" dirty="0" smtClean="0">
                <a:solidFill>
                  <a:schemeClr val="tx1"/>
                </a:solidFill>
              </a:rPr>
              <a:t>English and Filipino  					</a:t>
            </a:r>
          </a:p>
          <a:p>
            <a:pPr marL="514350" indent="-514350" algn="l">
              <a:buFont typeface="+mj-lt"/>
              <a:buAutoNum type="alphaUcPeriod"/>
            </a:pPr>
            <a:r>
              <a:rPr lang="en-GB" dirty="0" smtClean="0">
                <a:solidFill>
                  <a:schemeClr val="tx1"/>
                </a:solidFill>
              </a:rPr>
              <a:t>Multi-lingual </a:t>
            </a:r>
            <a:r>
              <a:rPr lang="en-GB" dirty="0">
                <a:solidFill>
                  <a:schemeClr val="tx1"/>
                </a:solidFill>
              </a:rPr>
              <a:t>teaching  </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6904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 How </a:t>
            </a:r>
            <a:r>
              <a:rPr lang="en-GB" dirty="0">
                <a:solidFill>
                  <a:schemeClr val="tx1"/>
                </a:solidFill>
              </a:rPr>
              <a:t>can schools effectively support out-of-school youths and the unemployed</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Set </a:t>
            </a:r>
            <a:r>
              <a:rPr lang="en-GB" dirty="0">
                <a:solidFill>
                  <a:schemeClr val="tx1"/>
                </a:solidFill>
              </a:rPr>
              <a:t>up job </a:t>
            </a:r>
            <a:r>
              <a:rPr lang="en-GB" dirty="0" smtClean="0">
                <a:solidFill>
                  <a:schemeClr val="tx1"/>
                </a:solidFill>
              </a:rPr>
              <a:t>fairs</a:t>
            </a:r>
          </a:p>
          <a:p>
            <a:pPr marL="514350" indent="-514350" algn="l">
              <a:buFont typeface="+mj-lt"/>
              <a:buAutoNum type="alphaUcPeriod"/>
            </a:pPr>
            <a:r>
              <a:rPr lang="en-GB" dirty="0" smtClean="0">
                <a:solidFill>
                  <a:schemeClr val="tx1"/>
                </a:solidFill>
              </a:rPr>
              <a:t>Make </a:t>
            </a:r>
            <a:r>
              <a:rPr lang="en-GB" dirty="0">
                <a:solidFill>
                  <a:schemeClr val="tx1"/>
                </a:solidFill>
              </a:rPr>
              <a:t>them parts of </a:t>
            </a:r>
            <a:r>
              <a:rPr lang="en-GB" dirty="0" smtClean="0">
                <a:solidFill>
                  <a:schemeClr val="tx1"/>
                </a:solidFill>
              </a:rPr>
              <a:t>PTCAs</a:t>
            </a:r>
            <a:endParaRPr lang="en-PH" dirty="0">
              <a:solidFill>
                <a:schemeClr val="tx1"/>
              </a:solidFill>
            </a:endParaRPr>
          </a:p>
          <a:p>
            <a:pPr marL="514350" indent="-514350" algn="l">
              <a:buFont typeface="+mj-lt"/>
              <a:buAutoNum type="alphaUcPeriod"/>
            </a:pPr>
            <a:r>
              <a:rPr lang="en-GB" dirty="0" smtClean="0">
                <a:solidFill>
                  <a:schemeClr val="tx1"/>
                </a:solidFill>
              </a:rPr>
              <a:t>Hire </a:t>
            </a:r>
            <a:r>
              <a:rPr lang="en-GB" dirty="0">
                <a:solidFill>
                  <a:schemeClr val="tx1"/>
                </a:solidFill>
              </a:rPr>
              <a:t>them as non-teaching personnel 	</a:t>
            </a:r>
          </a:p>
          <a:p>
            <a:pPr marL="514350" indent="-514350" algn="l">
              <a:buFont typeface="+mj-lt"/>
              <a:buAutoNum type="alphaUcPeriod"/>
            </a:pPr>
            <a:r>
              <a:rPr lang="en-GB" dirty="0" smtClean="0">
                <a:solidFill>
                  <a:schemeClr val="tx1"/>
                </a:solidFill>
              </a:rPr>
              <a:t>Provide </a:t>
            </a:r>
            <a:r>
              <a:rPr lang="en-GB" dirty="0">
                <a:solidFill>
                  <a:schemeClr val="tx1"/>
                </a:solidFill>
              </a:rPr>
              <a:t>livelihood training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 What </a:t>
            </a:r>
            <a:r>
              <a:rPr lang="en-GB" dirty="0">
                <a:solidFill>
                  <a:schemeClr val="tx1"/>
                </a:solidFill>
              </a:rPr>
              <a:t>is the overall stream for education, growth and fulfillment in the teaching profession</a:t>
            </a:r>
            <a:r>
              <a:rPr lang="en-GB" dirty="0" smtClean="0">
                <a:solidFill>
                  <a:schemeClr val="tx1"/>
                </a:solidFill>
              </a:rPr>
              <a:t>?</a:t>
            </a:r>
            <a:endParaRPr lang="en-PH" dirty="0" smtClean="0">
              <a:solidFill>
                <a:schemeClr val="tx1"/>
              </a:solidFill>
            </a:endParaRPr>
          </a:p>
          <a:p>
            <a:pPr marL="514350" indent="-514350" algn="l">
              <a:buFont typeface="+mj-lt"/>
              <a:buAutoNum type="alphaUcPeriod"/>
            </a:pPr>
            <a:r>
              <a:rPr lang="en-GB" dirty="0" smtClean="0">
                <a:solidFill>
                  <a:schemeClr val="tx1"/>
                </a:solidFill>
              </a:rPr>
              <a:t>Merit </a:t>
            </a:r>
            <a:r>
              <a:rPr lang="en-GB" dirty="0">
                <a:solidFill>
                  <a:schemeClr val="tx1"/>
                </a:solidFill>
              </a:rPr>
              <a:t>and </a:t>
            </a:r>
            <a:r>
              <a:rPr lang="en-GB" dirty="0" smtClean="0">
                <a:solidFill>
                  <a:schemeClr val="tx1"/>
                </a:solidFill>
              </a:rPr>
              <a:t>promotion</a:t>
            </a:r>
            <a:endParaRPr lang="en-GB" dirty="0">
              <a:solidFill>
                <a:schemeClr val="tx1"/>
              </a:solidFill>
            </a:endParaRPr>
          </a:p>
          <a:p>
            <a:pPr marL="514350" indent="-514350" algn="l">
              <a:buFont typeface="+mj-lt"/>
              <a:buAutoNum type="alphaUcPeriod"/>
            </a:pPr>
            <a:r>
              <a:rPr lang="en-GB" dirty="0" smtClean="0">
                <a:solidFill>
                  <a:schemeClr val="tx1"/>
                </a:solidFill>
              </a:rPr>
              <a:t>Lifelong career</a:t>
            </a:r>
          </a:p>
          <a:p>
            <a:pPr marL="514350" indent="-514350" algn="l">
              <a:buFont typeface="+mj-lt"/>
              <a:buAutoNum type="alphaUcPeriod"/>
            </a:pPr>
            <a:r>
              <a:rPr lang="en-GB" dirty="0" smtClean="0">
                <a:solidFill>
                  <a:schemeClr val="tx1"/>
                </a:solidFill>
              </a:rPr>
              <a:t>In-service </a:t>
            </a:r>
            <a:r>
              <a:rPr lang="en-GB" dirty="0">
                <a:solidFill>
                  <a:schemeClr val="tx1"/>
                </a:solidFill>
              </a:rPr>
              <a:t>	</a:t>
            </a:r>
            <a:endParaRPr lang="en-PH" dirty="0">
              <a:solidFill>
                <a:schemeClr val="tx1"/>
              </a:solidFill>
            </a:endParaRPr>
          </a:p>
          <a:p>
            <a:pPr marL="514350" indent="-514350" algn="l">
              <a:buFont typeface="+mj-lt"/>
              <a:buAutoNum type="alphaUcPeriod"/>
            </a:pPr>
            <a:r>
              <a:rPr lang="en-GB" dirty="0" smtClean="0">
                <a:solidFill>
                  <a:schemeClr val="tx1"/>
                </a:solidFill>
              </a:rPr>
              <a:t>Pre-service</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13" y="268941"/>
            <a:ext cx="8426824" cy="5793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20035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 In </a:t>
            </a:r>
            <a:r>
              <a:rPr lang="en-GB" dirty="0">
                <a:solidFill>
                  <a:schemeClr val="tx1"/>
                </a:solidFill>
              </a:rPr>
              <a:t>the school, who is the key to the success or failure in teaching-and-learning, being the link between the child and </a:t>
            </a:r>
            <a:r>
              <a:rPr lang="en-GB" dirty="0" smtClean="0">
                <a:solidFill>
                  <a:schemeClr val="tx1"/>
                </a:solidFill>
              </a:rPr>
              <a:t>the </a:t>
            </a:r>
            <a:r>
              <a:rPr lang="en-GB" dirty="0">
                <a:solidFill>
                  <a:schemeClr val="tx1"/>
                </a:solidFill>
              </a:rPr>
              <a:t>curriculum</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teacher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parent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student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principal</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 For </a:t>
            </a:r>
            <a:r>
              <a:rPr lang="en-GB" dirty="0">
                <a:solidFill>
                  <a:schemeClr val="tx1"/>
                </a:solidFill>
              </a:rPr>
              <a:t>teachers, what is the most laudable motive for participation in professional development programs? </a:t>
            </a:r>
            <a:endParaRPr lang="en-PH" dirty="0">
              <a:solidFill>
                <a:schemeClr val="tx1"/>
              </a:solidFill>
            </a:endParaRPr>
          </a:p>
          <a:p>
            <a:pPr marL="514350" indent="-514350" algn="l">
              <a:buFont typeface="+mj-lt"/>
              <a:buAutoNum type="alphaUcPeriod"/>
            </a:pPr>
            <a:r>
              <a:rPr lang="en-GB" dirty="0" smtClean="0">
                <a:solidFill>
                  <a:schemeClr val="tx1"/>
                </a:solidFill>
              </a:rPr>
              <a:t>Promotion </a:t>
            </a:r>
            <a:r>
              <a:rPr lang="en-GB" dirty="0">
                <a:solidFill>
                  <a:schemeClr val="tx1"/>
                </a:solidFill>
              </a:rPr>
              <a:t>and higher merit pay 			</a:t>
            </a:r>
            <a:endParaRPr lang="en-GB" dirty="0" smtClean="0">
              <a:solidFill>
                <a:schemeClr val="tx1"/>
              </a:solidFill>
            </a:endParaRPr>
          </a:p>
          <a:p>
            <a:pPr marL="514350" indent="-514350" algn="l">
              <a:buFont typeface="+mj-lt"/>
              <a:buAutoNum type="alphaUcPeriod"/>
            </a:pPr>
            <a:r>
              <a:rPr lang="en-GB" dirty="0" smtClean="0">
                <a:solidFill>
                  <a:schemeClr val="tx1"/>
                </a:solidFill>
              </a:rPr>
              <a:t>Support </a:t>
            </a:r>
            <a:r>
              <a:rPr lang="en-GB" dirty="0">
                <a:solidFill>
                  <a:schemeClr val="tx1"/>
                </a:solidFill>
              </a:rPr>
              <a:t>for training programs </a:t>
            </a:r>
            <a:endParaRPr lang="en-GB" dirty="0" smtClean="0">
              <a:solidFill>
                <a:schemeClr val="tx1"/>
              </a:solidFill>
            </a:endParaRPr>
          </a:p>
          <a:p>
            <a:pPr marL="514350" indent="-514350" algn="l">
              <a:buFont typeface="+mj-lt"/>
              <a:buAutoNum type="alphaUcPeriod"/>
            </a:pPr>
            <a:r>
              <a:rPr lang="en-GB" dirty="0" smtClean="0">
                <a:solidFill>
                  <a:schemeClr val="tx1"/>
                </a:solidFill>
              </a:rPr>
              <a:t>Optimal </a:t>
            </a:r>
            <a:r>
              <a:rPr lang="en-GB" dirty="0">
                <a:solidFill>
                  <a:schemeClr val="tx1"/>
                </a:solidFill>
              </a:rPr>
              <a:t>use of time and resources 		 </a:t>
            </a:r>
            <a:endParaRPr lang="en-PH" dirty="0">
              <a:solidFill>
                <a:schemeClr val="tx1"/>
              </a:solidFill>
            </a:endParaRPr>
          </a:p>
          <a:p>
            <a:pPr marL="514350" indent="-514350" algn="l">
              <a:buFont typeface="+mj-lt"/>
              <a:buAutoNum type="alphaUcPeriod"/>
            </a:pPr>
            <a:r>
              <a:rPr lang="en-GB" dirty="0" smtClean="0">
                <a:solidFill>
                  <a:schemeClr val="tx1"/>
                </a:solidFill>
              </a:rPr>
              <a:t>Continuing </a:t>
            </a:r>
            <a:r>
              <a:rPr lang="en-GB" dirty="0">
                <a:solidFill>
                  <a:schemeClr val="tx1"/>
                </a:solidFill>
              </a:rPr>
              <a:t>professional growth</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 Of </a:t>
            </a:r>
            <a:r>
              <a:rPr lang="en-GB" dirty="0">
                <a:solidFill>
                  <a:schemeClr val="tx1"/>
                </a:solidFill>
              </a:rPr>
              <a:t>the following interventions, which is directly aimed at responding to the transitional gap between academic </a:t>
            </a:r>
            <a:r>
              <a:rPr lang="en-GB" dirty="0" smtClean="0">
                <a:solidFill>
                  <a:schemeClr val="tx1"/>
                </a:solidFill>
              </a:rPr>
              <a:t>achievement </a:t>
            </a:r>
            <a:r>
              <a:rPr lang="en-GB" dirty="0">
                <a:solidFill>
                  <a:schemeClr val="tx1"/>
                </a:solidFill>
              </a:rPr>
              <a:t>and employment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Deregulation </a:t>
            </a:r>
            <a:r>
              <a:rPr lang="en-GB" dirty="0">
                <a:solidFill>
                  <a:schemeClr val="tx1"/>
                </a:solidFill>
              </a:rPr>
              <a:t>of tuition fees				</a:t>
            </a:r>
            <a:endParaRPr lang="en-GB" dirty="0" smtClean="0">
              <a:solidFill>
                <a:schemeClr val="tx1"/>
              </a:solidFill>
            </a:endParaRPr>
          </a:p>
          <a:p>
            <a:pPr marL="514350" indent="-514350" algn="l">
              <a:buFont typeface="+mj-lt"/>
              <a:buAutoNum type="alphaUcPeriod"/>
            </a:pPr>
            <a:r>
              <a:rPr lang="en-GB" dirty="0" smtClean="0">
                <a:solidFill>
                  <a:schemeClr val="tx1"/>
                </a:solidFill>
              </a:rPr>
              <a:t>Voluntary </a:t>
            </a:r>
            <a:r>
              <a:rPr lang="en-GB" dirty="0">
                <a:solidFill>
                  <a:schemeClr val="tx1"/>
                </a:solidFill>
              </a:rPr>
              <a:t>accreditation of </a:t>
            </a:r>
            <a:r>
              <a:rPr lang="en-GB" dirty="0" smtClean="0">
                <a:solidFill>
                  <a:schemeClr val="tx1"/>
                </a:solidFill>
              </a:rPr>
              <a:t>schools</a:t>
            </a:r>
          </a:p>
          <a:p>
            <a:pPr marL="514350" indent="-514350" algn="l">
              <a:buFont typeface="+mj-lt"/>
              <a:buAutoNum type="alphaUcPeriod"/>
            </a:pPr>
            <a:r>
              <a:rPr lang="en-GB" dirty="0" smtClean="0">
                <a:solidFill>
                  <a:schemeClr val="tx1"/>
                </a:solidFill>
              </a:rPr>
              <a:t>School </a:t>
            </a:r>
            <a:r>
              <a:rPr lang="en-GB" dirty="0">
                <a:solidFill>
                  <a:schemeClr val="tx1"/>
                </a:solidFill>
              </a:rPr>
              <a:t>networking with business and industry </a:t>
            </a:r>
            <a:endParaRPr lang="en-PH" dirty="0">
              <a:solidFill>
                <a:schemeClr val="tx1"/>
              </a:solidFill>
            </a:endParaRPr>
          </a:p>
          <a:p>
            <a:pPr marL="514350" indent="-514350" algn="l">
              <a:buFont typeface="+mj-lt"/>
              <a:buAutoNum type="alphaUcPeriod"/>
            </a:pPr>
            <a:r>
              <a:rPr lang="en-GB" dirty="0" smtClean="0">
                <a:solidFill>
                  <a:schemeClr val="tx1"/>
                </a:solidFill>
              </a:rPr>
              <a:t>Identification </a:t>
            </a:r>
            <a:r>
              <a:rPr lang="en-GB" dirty="0">
                <a:solidFill>
                  <a:schemeClr val="tx1"/>
                </a:solidFill>
              </a:rPr>
              <a:t>of centers of excellence</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 What </a:t>
            </a:r>
            <a:r>
              <a:rPr lang="en-GB" dirty="0">
                <a:solidFill>
                  <a:schemeClr val="tx1"/>
                </a:solidFill>
              </a:rPr>
              <a:t>is the most effective way to deal with non-participating students who do not have interest in the lessons and </a:t>
            </a:r>
            <a:r>
              <a:rPr lang="en-GB" dirty="0" smtClean="0">
                <a:solidFill>
                  <a:schemeClr val="tx1"/>
                </a:solidFill>
              </a:rPr>
              <a:t>their </a:t>
            </a:r>
            <a:r>
              <a:rPr lang="en-GB" dirty="0">
                <a:solidFill>
                  <a:schemeClr val="tx1"/>
                </a:solidFill>
              </a:rPr>
              <a:t>being part of class activities? </a:t>
            </a:r>
            <a:endParaRPr lang="en-PH" dirty="0">
              <a:solidFill>
                <a:schemeClr val="tx1"/>
              </a:solidFill>
            </a:endParaRPr>
          </a:p>
          <a:p>
            <a:pPr marL="514350" indent="-514350" algn="l">
              <a:buFont typeface="+mj-lt"/>
              <a:buAutoNum type="alphaUcPeriod"/>
            </a:pPr>
            <a:r>
              <a:rPr lang="en-GB" dirty="0" smtClean="0">
                <a:solidFill>
                  <a:schemeClr val="tx1"/>
                </a:solidFill>
              </a:rPr>
              <a:t>Give </a:t>
            </a:r>
            <a:r>
              <a:rPr lang="en-GB" dirty="0">
                <a:solidFill>
                  <a:schemeClr val="tx1"/>
                </a:solidFill>
              </a:rPr>
              <a:t>reminders on coming tests 			</a:t>
            </a:r>
            <a:endParaRPr lang="en-GB" dirty="0" smtClean="0">
              <a:solidFill>
                <a:schemeClr val="tx1"/>
              </a:solidFill>
            </a:endParaRPr>
          </a:p>
          <a:p>
            <a:pPr marL="514350" indent="-514350" algn="l">
              <a:buFont typeface="+mj-lt"/>
              <a:buAutoNum type="alphaUcPeriod"/>
            </a:pPr>
            <a:r>
              <a:rPr lang="en-GB" dirty="0" smtClean="0">
                <a:solidFill>
                  <a:schemeClr val="tx1"/>
                </a:solidFill>
              </a:rPr>
              <a:t>Get </a:t>
            </a:r>
            <a:r>
              <a:rPr lang="en-GB" dirty="0">
                <a:solidFill>
                  <a:schemeClr val="tx1"/>
                </a:solidFill>
              </a:rPr>
              <a:t>help from guidance counselor 			</a:t>
            </a:r>
            <a:endParaRPr lang="en-GB" dirty="0" smtClean="0">
              <a:solidFill>
                <a:schemeClr val="tx1"/>
              </a:solidFill>
            </a:endParaRPr>
          </a:p>
          <a:p>
            <a:pPr marL="514350" indent="-514350" algn="l">
              <a:buFont typeface="+mj-lt"/>
              <a:buAutoNum type="alphaUcPeriod"/>
            </a:pPr>
            <a:r>
              <a:rPr lang="en-GB" dirty="0" smtClean="0">
                <a:solidFill>
                  <a:schemeClr val="tx1"/>
                </a:solidFill>
              </a:rPr>
              <a:t>Introduce </a:t>
            </a:r>
            <a:r>
              <a:rPr lang="en-GB" dirty="0">
                <a:solidFill>
                  <a:schemeClr val="tx1"/>
                </a:solidFill>
              </a:rPr>
              <a:t>engaging activities, e.g role playing 	</a:t>
            </a:r>
            <a:endParaRPr lang="en-GB" dirty="0" smtClean="0">
              <a:solidFill>
                <a:schemeClr val="tx1"/>
              </a:solidFill>
            </a:endParaRPr>
          </a:p>
          <a:p>
            <a:pPr marL="514350" indent="-514350" algn="l">
              <a:buFont typeface="+mj-lt"/>
              <a:buAutoNum type="alphaUcPeriod"/>
            </a:pPr>
            <a:r>
              <a:rPr lang="en-GB" dirty="0" smtClean="0">
                <a:solidFill>
                  <a:schemeClr val="tx1"/>
                </a:solidFill>
              </a:rPr>
              <a:t>Warn </a:t>
            </a:r>
            <a:r>
              <a:rPr lang="en-GB" dirty="0">
                <a:solidFill>
                  <a:schemeClr val="tx1"/>
                </a:solidFill>
              </a:rPr>
              <a:t>against not joining class work</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 What </a:t>
            </a:r>
            <a:r>
              <a:rPr lang="en-GB" dirty="0">
                <a:solidFill>
                  <a:schemeClr val="tx1"/>
                </a:solidFill>
              </a:rPr>
              <a:t>guideline should govern inflicting punishment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Extra </a:t>
            </a:r>
            <a:r>
              <a:rPr lang="en-GB" dirty="0">
                <a:solidFill>
                  <a:schemeClr val="tx1"/>
                </a:solidFill>
              </a:rPr>
              <a:t>schoolwork is the best form of punishment </a:t>
            </a:r>
            <a:endParaRPr lang="en-PH" dirty="0">
              <a:solidFill>
                <a:schemeClr val="tx1"/>
              </a:solidFill>
            </a:endParaRPr>
          </a:p>
          <a:p>
            <a:pPr marL="514350" indent="-514350" algn="l">
              <a:buFont typeface="+mj-lt"/>
              <a:buAutoNum type="alphaUcPeriod"/>
            </a:pPr>
            <a:r>
              <a:rPr lang="en-GB" dirty="0" smtClean="0">
                <a:solidFill>
                  <a:schemeClr val="tx1"/>
                </a:solidFill>
              </a:rPr>
              <a:t>Punish </a:t>
            </a:r>
            <a:r>
              <a:rPr lang="en-GB" dirty="0">
                <a:solidFill>
                  <a:schemeClr val="tx1"/>
                </a:solidFill>
              </a:rPr>
              <a:t>at will </a:t>
            </a:r>
            <a:endParaRPr lang="en-PH" dirty="0">
              <a:solidFill>
                <a:schemeClr val="tx1"/>
              </a:solidFill>
            </a:endParaRPr>
          </a:p>
          <a:p>
            <a:pPr marL="514350" indent="-514350" algn="l">
              <a:buFont typeface="+mj-lt"/>
              <a:buAutoNum type="alphaUcPeriod"/>
            </a:pPr>
            <a:r>
              <a:rPr lang="en-GB" dirty="0" smtClean="0">
                <a:solidFill>
                  <a:schemeClr val="tx1"/>
                </a:solidFill>
              </a:rPr>
              <a:t>Abide </a:t>
            </a:r>
            <a:r>
              <a:rPr lang="en-GB" dirty="0">
                <a:solidFill>
                  <a:schemeClr val="tx1"/>
                </a:solidFill>
              </a:rPr>
              <a:t>by the school’s rules on punishment </a:t>
            </a:r>
            <a:endParaRPr lang="en-PH" dirty="0">
              <a:solidFill>
                <a:schemeClr val="tx1"/>
              </a:solidFill>
            </a:endParaRPr>
          </a:p>
          <a:p>
            <a:pPr marL="514350" indent="-514350" algn="l">
              <a:buFont typeface="+mj-lt"/>
              <a:buAutoNum type="alphaUcPeriod"/>
            </a:pPr>
            <a:r>
              <a:rPr lang="en-GB" dirty="0" smtClean="0">
                <a:solidFill>
                  <a:schemeClr val="tx1"/>
                </a:solidFill>
              </a:rPr>
              <a:t>Apply </a:t>
            </a:r>
            <a:r>
              <a:rPr lang="en-GB" dirty="0">
                <a:solidFill>
                  <a:schemeClr val="tx1"/>
                </a:solidFill>
              </a:rPr>
              <a:t>different standards for punishment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10. Classroom </a:t>
            </a:r>
            <a:r>
              <a:rPr lang="en-GB" dirty="0">
                <a:solidFill>
                  <a:schemeClr val="tx1"/>
                </a:solidFill>
              </a:rPr>
              <a:t>routines form the backbone of daily school activities, but which of the following is not covered by such </a:t>
            </a:r>
            <a:r>
              <a:rPr lang="en-GB" dirty="0" smtClean="0">
                <a:solidFill>
                  <a:schemeClr val="tx1"/>
                </a:solidFill>
              </a:rPr>
              <a:t>routines?</a:t>
            </a:r>
            <a:endParaRPr lang="en-PH" dirty="0">
              <a:solidFill>
                <a:schemeClr val="tx1"/>
              </a:solidFill>
            </a:endParaRPr>
          </a:p>
          <a:p>
            <a:pPr marL="514350" indent="-514350" algn="l">
              <a:buFont typeface="+mj-lt"/>
              <a:buAutoNum type="alphaUcPeriod"/>
            </a:pPr>
            <a:r>
              <a:rPr lang="en-GB" dirty="0" smtClean="0">
                <a:solidFill>
                  <a:schemeClr val="tx1"/>
                </a:solidFill>
              </a:rPr>
              <a:t>Submission </a:t>
            </a:r>
            <a:r>
              <a:rPr lang="en-GB" dirty="0">
                <a:solidFill>
                  <a:schemeClr val="tx1"/>
                </a:solidFill>
              </a:rPr>
              <a:t>of work					</a:t>
            </a:r>
            <a:endParaRPr lang="en-GB" dirty="0" smtClean="0">
              <a:solidFill>
                <a:schemeClr val="tx1"/>
              </a:solidFill>
            </a:endParaRPr>
          </a:p>
          <a:p>
            <a:pPr marL="514350" indent="-514350" algn="l">
              <a:buFont typeface="+mj-lt"/>
              <a:buAutoNum type="alphaUcPeriod"/>
            </a:pPr>
            <a:r>
              <a:rPr lang="en-GB" dirty="0" smtClean="0">
                <a:solidFill>
                  <a:schemeClr val="tx1"/>
                </a:solidFill>
              </a:rPr>
              <a:t>Lesson content</a:t>
            </a:r>
          </a:p>
          <a:p>
            <a:pPr marL="514350" indent="-514350" algn="l">
              <a:buFont typeface="+mj-lt"/>
              <a:buAutoNum type="alphaUcPeriod"/>
            </a:pPr>
            <a:r>
              <a:rPr lang="en-GB" dirty="0" smtClean="0">
                <a:solidFill>
                  <a:schemeClr val="tx1"/>
                </a:solidFill>
              </a:rPr>
              <a:t>Distribution </a:t>
            </a:r>
            <a:r>
              <a:rPr lang="en-GB" dirty="0">
                <a:solidFill>
                  <a:schemeClr val="tx1"/>
                </a:solidFill>
              </a:rPr>
              <a:t>of papers 	</a:t>
            </a:r>
            <a:endParaRPr lang="en-PH" dirty="0">
              <a:solidFill>
                <a:schemeClr val="tx1"/>
              </a:solidFill>
            </a:endParaRPr>
          </a:p>
          <a:p>
            <a:pPr marL="514350" indent="-514350" algn="l">
              <a:buFont typeface="+mj-lt"/>
              <a:buAutoNum type="alphaUcPeriod"/>
            </a:pPr>
            <a:r>
              <a:rPr lang="en-GB" dirty="0" smtClean="0">
                <a:solidFill>
                  <a:schemeClr val="tx1"/>
                </a:solidFill>
              </a:rPr>
              <a:t>Seating </a:t>
            </a:r>
            <a:r>
              <a:rPr lang="en-GB" dirty="0">
                <a:solidFill>
                  <a:schemeClr val="tx1"/>
                </a:solidFill>
              </a:rPr>
              <a:t>arrangement</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4245" y="14749"/>
            <a:ext cx="9158747" cy="6813754"/>
          </a:xfrm>
        </p:spPr>
        <p:txBody>
          <a:bodyPr/>
          <a:lstStyle/>
          <a:p>
            <a:endParaRPr lang="en-US" dirty="0" smtClean="0"/>
          </a:p>
        </p:txBody>
      </p:sp>
      <p:graphicFrame>
        <p:nvGraphicFramePr>
          <p:cNvPr id="5" name="Diagram 4"/>
          <p:cNvGraphicFramePr/>
          <p:nvPr>
            <p:extLst>
              <p:ext uri="{D42A27DB-BD31-4B8C-83A1-F6EECF244321}">
                <p14:modId xmlns:p14="http://schemas.microsoft.com/office/powerpoint/2010/main" val="2823522431"/>
              </p:ext>
            </p:extLst>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6457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63DE78BC-9CAB-4A74-96A9-166A34F9470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F7D02B81-6393-4B61-A2DF-DDB200FF909A}"/>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FB6C3D35-EC3B-41B3-B21F-160E87C49737}"/>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274E0F1C-4B9C-4486-B99D-1FBA59B9A8D6}"/>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18FE9E14-0E84-4934-881A-5CE4DDE2E5B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680BD11C-2644-4AC6-87D9-19A8FBEFFDA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graphicEl>
                                              <a:dgm id="{0C420F54-A77F-4137-8F67-C08ED05E174E}"/>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graphicEl>
                                              <a:dgm id="{46A81172-0949-4391-9F61-10B7D46AD8E2}"/>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graphicEl>
                                              <a:dgm id="{BFD51329-3AF6-451A-A584-70A8A10BB7F8}"/>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graphicEl>
                                              <a:dgm id="{EE180DBA-F51C-4F9D-B0F9-0D4835B8419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lvl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11. What </a:t>
            </a:r>
            <a:r>
              <a:rPr lang="en-GB" dirty="0">
                <a:solidFill>
                  <a:schemeClr val="tx1"/>
                </a:solidFill>
              </a:rPr>
              <a:t>kind of humor is inappropriate for defusing tension in the classroom</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Funny </a:t>
            </a:r>
            <a:r>
              <a:rPr lang="en-GB" dirty="0">
                <a:solidFill>
                  <a:schemeClr val="tx1"/>
                </a:solidFill>
              </a:rPr>
              <a:t>bloopers 						</a:t>
            </a:r>
            <a:endParaRPr lang="en-GB" dirty="0" smtClean="0">
              <a:solidFill>
                <a:schemeClr val="tx1"/>
              </a:solidFill>
            </a:endParaRPr>
          </a:p>
          <a:p>
            <a:pPr marL="514350" indent="-514350" algn="l">
              <a:buFont typeface="+mj-lt"/>
              <a:buAutoNum type="alphaUcPeriod"/>
            </a:pPr>
            <a:r>
              <a:rPr lang="en-GB" dirty="0" smtClean="0">
                <a:solidFill>
                  <a:schemeClr val="tx1"/>
                </a:solidFill>
              </a:rPr>
              <a:t>Folk </a:t>
            </a:r>
            <a:r>
              <a:rPr lang="en-GB" dirty="0">
                <a:solidFill>
                  <a:schemeClr val="tx1"/>
                </a:solidFill>
              </a:rPr>
              <a:t>humor </a:t>
            </a:r>
            <a:endParaRPr lang="en-GB" dirty="0" smtClean="0">
              <a:solidFill>
                <a:schemeClr val="tx1"/>
              </a:solidFill>
            </a:endParaRPr>
          </a:p>
          <a:p>
            <a:pPr marL="514350" indent="-514350" algn="l">
              <a:buFont typeface="+mj-lt"/>
              <a:buAutoNum type="alphaUcPeriod"/>
            </a:pPr>
            <a:r>
              <a:rPr lang="en-GB" dirty="0" smtClean="0">
                <a:solidFill>
                  <a:schemeClr val="tx1"/>
                </a:solidFill>
              </a:rPr>
              <a:t>Comic </a:t>
            </a:r>
            <a:r>
              <a:rPr lang="en-GB" dirty="0">
                <a:solidFill>
                  <a:schemeClr val="tx1"/>
                </a:solidFill>
              </a:rPr>
              <a:t>humor 					 </a:t>
            </a:r>
            <a:endParaRPr lang="en-PH" dirty="0">
              <a:solidFill>
                <a:schemeClr val="tx1"/>
              </a:solidFill>
            </a:endParaRPr>
          </a:p>
          <a:p>
            <a:pPr marL="514350" indent="-514350" algn="l">
              <a:buFont typeface="+mj-lt"/>
              <a:buAutoNum type="alphaUcPeriod"/>
            </a:pPr>
            <a:r>
              <a:rPr lang="en-GB" dirty="0" smtClean="0">
                <a:solidFill>
                  <a:schemeClr val="tx1"/>
                </a:solidFill>
              </a:rPr>
              <a:t>Sex </a:t>
            </a:r>
            <a:r>
              <a:rPr lang="en-GB" dirty="0">
                <a:solidFill>
                  <a:schemeClr val="tx1"/>
                </a:solidFill>
              </a:rPr>
              <a:t>jokes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12. What </a:t>
            </a:r>
            <a:r>
              <a:rPr lang="en-GB" dirty="0">
                <a:solidFill>
                  <a:schemeClr val="tx1"/>
                </a:solidFill>
              </a:rPr>
              <a:t>rule should be followed for lighting SPED classroom</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Light </a:t>
            </a:r>
            <a:r>
              <a:rPr lang="en-GB" dirty="0">
                <a:solidFill>
                  <a:schemeClr val="tx1"/>
                </a:solidFill>
              </a:rPr>
              <a:t>coming from the right side of students 	</a:t>
            </a:r>
            <a:endParaRPr lang="en-GB" dirty="0" smtClean="0">
              <a:solidFill>
                <a:schemeClr val="tx1"/>
              </a:solidFill>
            </a:endParaRPr>
          </a:p>
          <a:p>
            <a:pPr marL="514350" indent="-514350" algn="l">
              <a:buFont typeface="+mj-lt"/>
              <a:buAutoNum type="alphaUcPeriod"/>
            </a:pPr>
            <a:r>
              <a:rPr lang="en-GB" dirty="0" smtClean="0">
                <a:solidFill>
                  <a:schemeClr val="tx1"/>
                </a:solidFill>
              </a:rPr>
              <a:t>Very </a:t>
            </a:r>
            <a:r>
              <a:rPr lang="en-GB" dirty="0">
                <a:solidFill>
                  <a:schemeClr val="tx1"/>
                </a:solidFill>
              </a:rPr>
              <a:t>well lighted classroom room </a:t>
            </a:r>
            <a:endParaRPr lang="en-GB" dirty="0" smtClean="0">
              <a:solidFill>
                <a:schemeClr val="tx1"/>
              </a:solidFill>
            </a:endParaRPr>
          </a:p>
          <a:p>
            <a:pPr marL="514350" indent="-514350" algn="l">
              <a:buFont typeface="+mj-lt"/>
              <a:buAutoNum type="alphaUcPeriod"/>
            </a:pPr>
            <a:r>
              <a:rPr lang="en-GB" dirty="0" smtClean="0">
                <a:solidFill>
                  <a:schemeClr val="tx1"/>
                </a:solidFill>
              </a:rPr>
              <a:t>Standard </a:t>
            </a:r>
            <a:r>
              <a:rPr lang="en-GB" dirty="0">
                <a:solidFill>
                  <a:schemeClr val="tx1"/>
                </a:solidFill>
              </a:rPr>
              <a:t>yet adequate 		 </a:t>
            </a:r>
            <a:endParaRPr lang="en-PH" dirty="0">
              <a:solidFill>
                <a:schemeClr val="tx1"/>
              </a:solidFill>
            </a:endParaRPr>
          </a:p>
          <a:p>
            <a:pPr marL="514350" indent="-514350" algn="l">
              <a:buFont typeface="+mj-lt"/>
              <a:buAutoNum type="alphaUcPeriod"/>
            </a:pPr>
            <a:r>
              <a:rPr lang="en-GB" dirty="0" smtClean="0">
                <a:solidFill>
                  <a:schemeClr val="tx1"/>
                </a:solidFill>
              </a:rPr>
              <a:t>Dark </a:t>
            </a:r>
            <a:r>
              <a:rPr lang="en-GB" dirty="0">
                <a:solidFill>
                  <a:schemeClr val="tx1"/>
                </a:solidFill>
              </a:rPr>
              <a:t>classroom</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13. How </a:t>
            </a:r>
            <a:r>
              <a:rPr lang="en-GB" dirty="0">
                <a:solidFill>
                  <a:schemeClr val="tx1"/>
                </a:solidFill>
              </a:rPr>
              <a:t>can the moral attitude of student Dona be judged as she goes to Church confession every day to be washed of </a:t>
            </a:r>
            <a:r>
              <a:rPr lang="en-GB" dirty="0" smtClean="0">
                <a:solidFill>
                  <a:schemeClr val="tx1"/>
                </a:solidFill>
              </a:rPr>
              <a:t>all </a:t>
            </a:r>
            <a:r>
              <a:rPr lang="en-GB" dirty="0">
                <a:solidFill>
                  <a:schemeClr val="tx1"/>
                </a:solidFill>
              </a:rPr>
              <a:t>sins? </a:t>
            </a:r>
            <a:endParaRPr lang="en-PH" dirty="0">
              <a:solidFill>
                <a:schemeClr val="tx1"/>
              </a:solidFill>
            </a:endParaRPr>
          </a:p>
          <a:p>
            <a:pPr marL="514350" indent="-514350" algn="l">
              <a:buFont typeface="+mj-lt"/>
              <a:buAutoNum type="alphaUcPeriod"/>
            </a:pPr>
            <a:r>
              <a:rPr lang="en-GB" dirty="0" smtClean="0">
                <a:solidFill>
                  <a:schemeClr val="tx1"/>
                </a:solidFill>
              </a:rPr>
              <a:t>Pharisaical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Strict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Scrupulous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Callous </a:t>
            </a:r>
            <a:endParaRPr lang="en-PH" dirty="0">
              <a:solidFill>
                <a:schemeClr val="tx1"/>
              </a:solidFill>
            </a:endParaRPr>
          </a:p>
          <a:p>
            <a:pPr algn="l"/>
            <a:r>
              <a:rPr lang="en-GB" dirty="0">
                <a:solidFill>
                  <a:schemeClr val="tx1"/>
                </a:solidFill>
              </a:rPr>
              <a:t> </a:t>
            </a:r>
            <a:endParaRPr lang="en-PH"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14. For </a:t>
            </a:r>
            <a:r>
              <a:rPr lang="en-GB" dirty="0">
                <a:solidFill>
                  <a:schemeClr val="tx1"/>
                </a:solidFill>
              </a:rPr>
              <a:t>gender fairness, what is one name which can replace reference to transvestic queens</a:t>
            </a:r>
            <a:r>
              <a:rPr lang="en-GB" dirty="0" smtClean="0">
                <a:solidFill>
                  <a:schemeClr val="tx1"/>
                </a:solidFill>
              </a:rPr>
              <a:t>?</a:t>
            </a:r>
            <a:endParaRPr lang="en-PH" dirty="0" smtClean="0">
              <a:solidFill>
                <a:schemeClr val="tx1"/>
              </a:solidFill>
            </a:endParaRPr>
          </a:p>
          <a:p>
            <a:pPr marL="514350" indent="-514350" algn="l">
              <a:buFont typeface="+mj-lt"/>
              <a:buAutoNum type="alphaUcPeriod"/>
            </a:pPr>
            <a:r>
              <a:rPr lang="en-GB" dirty="0" smtClean="0">
                <a:solidFill>
                  <a:schemeClr val="tx1"/>
                </a:solidFill>
              </a:rPr>
              <a:t>Dyke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Poofer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Transgender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Third </a:t>
            </a:r>
            <a:r>
              <a:rPr lang="en-GB" dirty="0">
                <a:solidFill>
                  <a:schemeClr val="tx1"/>
                </a:solidFill>
              </a:rPr>
              <a:t>sex</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15. Among </a:t>
            </a:r>
            <a:r>
              <a:rPr lang="en-GB" dirty="0">
                <a:solidFill>
                  <a:schemeClr val="tx1"/>
                </a:solidFill>
              </a:rPr>
              <a:t>the following terms in technology, which has the broadest concept of technology for the whole educative </a:t>
            </a:r>
            <a:r>
              <a:rPr lang="en-GB" dirty="0" smtClean="0">
                <a:solidFill>
                  <a:schemeClr val="tx1"/>
                </a:solidFill>
              </a:rPr>
              <a:t>system?</a:t>
            </a:r>
            <a:endParaRPr lang="en-PH" dirty="0">
              <a:solidFill>
                <a:schemeClr val="tx1"/>
              </a:solidFill>
            </a:endParaRPr>
          </a:p>
          <a:p>
            <a:pPr marL="514350" indent="-514350" algn="l">
              <a:buFont typeface="+mj-lt"/>
              <a:buAutoNum type="alphaUcPeriod"/>
            </a:pPr>
            <a:r>
              <a:rPr lang="en-GB" dirty="0" smtClean="0">
                <a:solidFill>
                  <a:schemeClr val="tx1"/>
                </a:solidFill>
              </a:rPr>
              <a:t>Computer </a:t>
            </a:r>
            <a:r>
              <a:rPr lang="en-GB" dirty="0">
                <a:solidFill>
                  <a:schemeClr val="tx1"/>
                </a:solidFill>
              </a:rPr>
              <a:t>technology					</a:t>
            </a:r>
            <a:endParaRPr lang="en-GB" dirty="0" smtClean="0">
              <a:solidFill>
                <a:schemeClr val="tx1"/>
              </a:solidFill>
            </a:endParaRPr>
          </a:p>
          <a:p>
            <a:pPr marL="514350" indent="-514350" algn="l">
              <a:buFont typeface="+mj-lt"/>
              <a:buAutoNum type="alphaUcPeriod"/>
            </a:pPr>
            <a:r>
              <a:rPr lang="en-GB" dirty="0" smtClean="0">
                <a:solidFill>
                  <a:schemeClr val="tx1"/>
                </a:solidFill>
              </a:rPr>
              <a:t>Audiovisuals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Instructional </a:t>
            </a:r>
            <a:r>
              <a:rPr lang="en-GB" dirty="0">
                <a:solidFill>
                  <a:schemeClr val="tx1"/>
                </a:solidFill>
              </a:rPr>
              <a:t>technology 			</a:t>
            </a:r>
            <a:endParaRPr lang="en-PH" dirty="0">
              <a:solidFill>
                <a:schemeClr val="tx1"/>
              </a:solidFill>
            </a:endParaRPr>
          </a:p>
          <a:p>
            <a:pPr marL="514350" indent="-514350" algn="l">
              <a:buFont typeface="+mj-lt"/>
              <a:buAutoNum type="alphaUcPeriod"/>
            </a:pPr>
            <a:r>
              <a:rPr lang="en-GB" dirty="0" smtClean="0">
                <a:solidFill>
                  <a:schemeClr val="tx1"/>
                </a:solidFill>
              </a:rPr>
              <a:t>Educational </a:t>
            </a:r>
            <a:r>
              <a:rPr lang="en-GB" dirty="0">
                <a:solidFill>
                  <a:schemeClr val="tx1"/>
                </a:solidFill>
              </a:rPr>
              <a:t>technology</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16. In </a:t>
            </a:r>
            <a:r>
              <a:rPr lang="en-GB" dirty="0">
                <a:solidFill>
                  <a:schemeClr val="tx1"/>
                </a:solidFill>
              </a:rPr>
              <a:t>the process of integrating technology in instruction, which of the following points to the highest kind of cognitive </a:t>
            </a:r>
            <a:r>
              <a:rPr lang="en-GB" dirty="0" smtClean="0">
                <a:solidFill>
                  <a:schemeClr val="tx1"/>
                </a:solidFill>
              </a:rPr>
              <a:t>skills </a:t>
            </a:r>
            <a:r>
              <a:rPr lang="en-GB" dirty="0">
                <a:solidFill>
                  <a:schemeClr val="tx1"/>
                </a:solidFill>
              </a:rPr>
              <a:t>desired</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Nurturing </a:t>
            </a:r>
            <a:r>
              <a:rPr lang="en-GB" dirty="0">
                <a:solidFill>
                  <a:schemeClr val="tx1"/>
                </a:solidFill>
              </a:rPr>
              <a:t>of class </a:t>
            </a:r>
            <a:r>
              <a:rPr lang="en-GB" dirty="0" smtClean="0">
                <a:solidFill>
                  <a:schemeClr val="tx1"/>
                </a:solidFill>
              </a:rPr>
              <a:t>teamwork</a:t>
            </a:r>
            <a:endParaRPr lang="en-GB" dirty="0">
              <a:solidFill>
                <a:schemeClr val="tx1"/>
              </a:solidFill>
            </a:endParaRPr>
          </a:p>
          <a:p>
            <a:pPr marL="514350" indent="-514350" algn="l">
              <a:buFont typeface="+mj-lt"/>
              <a:buAutoNum type="alphaUcPeriod"/>
            </a:pPr>
            <a:r>
              <a:rPr lang="en-GB" dirty="0" smtClean="0">
                <a:solidFill>
                  <a:schemeClr val="tx1"/>
                </a:solidFill>
              </a:rPr>
              <a:t>Engendering </a:t>
            </a:r>
            <a:r>
              <a:rPr lang="en-GB" dirty="0">
                <a:solidFill>
                  <a:schemeClr val="tx1"/>
                </a:solidFill>
              </a:rPr>
              <a:t>meaningful learning			</a:t>
            </a:r>
            <a:endParaRPr lang="en-GB" dirty="0" smtClean="0">
              <a:solidFill>
                <a:schemeClr val="tx1"/>
              </a:solidFill>
            </a:endParaRPr>
          </a:p>
          <a:p>
            <a:pPr marL="514350" indent="-514350" algn="l">
              <a:buFont typeface="+mj-lt"/>
              <a:buAutoNum type="alphaUcPeriod"/>
            </a:pPr>
            <a:r>
              <a:rPr lang="en-GB" dirty="0" smtClean="0">
                <a:solidFill>
                  <a:schemeClr val="tx1"/>
                </a:solidFill>
              </a:rPr>
              <a:t>Introducing </a:t>
            </a:r>
            <a:r>
              <a:rPr lang="en-GB" dirty="0">
                <a:solidFill>
                  <a:schemeClr val="tx1"/>
                </a:solidFill>
              </a:rPr>
              <a:t>social learning 				</a:t>
            </a:r>
            <a:endParaRPr lang="en-PH" dirty="0">
              <a:solidFill>
                <a:schemeClr val="tx1"/>
              </a:solidFill>
            </a:endParaRPr>
          </a:p>
          <a:p>
            <a:pPr marL="514350" indent="-514350" algn="l">
              <a:buFont typeface="+mj-lt"/>
              <a:buAutoNum type="alphaUcPeriod"/>
            </a:pPr>
            <a:r>
              <a:rPr lang="en-GB" dirty="0" smtClean="0">
                <a:solidFill>
                  <a:schemeClr val="tx1"/>
                </a:solidFill>
              </a:rPr>
              <a:t>Developing </a:t>
            </a:r>
            <a:r>
              <a:rPr lang="en-GB" dirty="0">
                <a:solidFill>
                  <a:schemeClr val="tx1"/>
                </a:solidFill>
              </a:rPr>
              <a:t>metacognition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17. What </a:t>
            </a:r>
            <a:r>
              <a:rPr lang="en-GB" dirty="0">
                <a:solidFill>
                  <a:schemeClr val="tx1"/>
                </a:solidFill>
              </a:rPr>
              <a:t>quality makes digital visual materials better describes as “virtual reality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Self-composed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Color </a:t>
            </a:r>
            <a:r>
              <a:rPr lang="en-GB" dirty="0">
                <a:solidFill>
                  <a:schemeClr val="tx1"/>
                </a:solidFill>
              </a:rPr>
              <a:t>and tone 		</a:t>
            </a:r>
            <a:endParaRPr lang="en-GB" dirty="0" smtClean="0">
              <a:solidFill>
                <a:schemeClr val="tx1"/>
              </a:solidFill>
            </a:endParaRPr>
          </a:p>
          <a:p>
            <a:pPr marL="514350" indent="-514350" algn="l">
              <a:buFont typeface="+mj-lt"/>
              <a:buAutoNum type="alphaUcPeriod"/>
            </a:pPr>
            <a:r>
              <a:rPr lang="en-GB" dirty="0" smtClean="0">
                <a:solidFill>
                  <a:schemeClr val="tx1"/>
                </a:solidFill>
              </a:rPr>
              <a:t>Lifelike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Depth </a:t>
            </a:r>
            <a:r>
              <a:rPr lang="en-GB" dirty="0">
                <a:solidFill>
                  <a:schemeClr val="tx1"/>
                </a:solidFill>
              </a:rPr>
              <a:t>of field</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18. What </a:t>
            </a:r>
            <a:r>
              <a:rPr lang="en-GB" dirty="0">
                <a:solidFill>
                  <a:schemeClr val="tx1"/>
                </a:solidFill>
              </a:rPr>
              <a:t>is known as getting the meaning of a new unfamiliar word by looking for hints from surrounding words in </a:t>
            </a:r>
            <a:r>
              <a:rPr lang="en-GB" dirty="0" smtClean="0">
                <a:solidFill>
                  <a:schemeClr val="tx1"/>
                </a:solidFill>
              </a:rPr>
              <a:t>a sentence </a:t>
            </a:r>
            <a:r>
              <a:rPr lang="en-GB" dirty="0">
                <a:solidFill>
                  <a:schemeClr val="tx1"/>
                </a:solidFill>
              </a:rPr>
              <a:t>or paragraph</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Context </a:t>
            </a:r>
            <a:r>
              <a:rPr lang="en-GB" dirty="0">
                <a:solidFill>
                  <a:schemeClr val="tx1"/>
                </a:solidFill>
              </a:rPr>
              <a:t>clues		</a:t>
            </a:r>
            <a:endParaRPr lang="en-GB" dirty="0" smtClean="0">
              <a:solidFill>
                <a:schemeClr val="tx1"/>
              </a:solidFill>
            </a:endParaRPr>
          </a:p>
          <a:p>
            <a:pPr marL="514350" indent="-514350" algn="l">
              <a:buFont typeface="+mj-lt"/>
              <a:buAutoNum type="alphaUcPeriod"/>
            </a:pPr>
            <a:r>
              <a:rPr lang="en-GB" dirty="0" smtClean="0">
                <a:solidFill>
                  <a:schemeClr val="tx1"/>
                </a:solidFill>
              </a:rPr>
              <a:t>Syntactic </a:t>
            </a:r>
            <a:r>
              <a:rPr lang="en-GB" dirty="0">
                <a:solidFill>
                  <a:schemeClr val="tx1"/>
                </a:solidFill>
              </a:rPr>
              <a:t>clues		</a:t>
            </a:r>
            <a:endParaRPr lang="en-GB" dirty="0" smtClean="0">
              <a:solidFill>
                <a:schemeClr val="tx1"/>
              </a:solidFill>
            </a:endParaRPr>
          </a:p>
          <a:p>
            <a:pPr marL="514350" indent="-514350" algn="l">
              <a:buFont typeface="+mj-lt"/>
              <a:buAutoNum type="alphaUcPeriod"/>
            </a:pPr>
            <a:r>
              <a:rPr lang="en-GB" dirty="0" smtClean="0">
                <a:solidFill>
                  <a:schemeClr val="tx1"/>
                </a:solidFill>
              </a:rPr>
              <a:t>Semantic </a:t>
            </a:r>
            <a:r>
              <a:rPr lang="en-GB" dirty="0">
                <a:solidFill>
                  <a:schemeClr val="tx1"/>
                </a:solidFill>
              </a:rPr>
              <a:t>clues 		</a:t>
            </a:r>
            <a:endParaRPr lang="en-GB" dirty="0" smtClean="0">
              <a:solidFill>
                <a:schemeClr val="tx1"/>
              </a:solidFill>
            </a:endParaRPr>
          </a:p>
          <a:p>
            <a:pPr marL="514350" indent="-514350" algn="l">
              <a:buFont typeface="+mj-lt"/>
              <a:buAutoNum type="alphaUcPeriod"/>
            </a:pPr>
            <a:r>
              <a:rPr lang="en-GB" dirty="0" smtClean="0">
                <a:solidFill>
                  <a:schemeClr val="tx1"/>
                </a:solidFill>
              </a:rPr>
              <a:t>Graphophonic clues</a:t>
            </a:r>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19. How </a:t>
            </a:r>
            <a:r>
              <a:rPr lang="en-GB" dirty="0">
                <a:solidFill>
                  <a:schemeClr val="tx1"/>
                </a:solidFill>
              </a:rPr>
              <a:t>can lessons be made more meaningful by way of learning continuity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Add value </a:t>
            </a:r>
            <a:r>
              <a:rPr lang="en-GB" dirty="0">
                <a:solidFill>
                  <a:schemeClr val="tx1"/>
                </a:solidFill>
              </a:rPr>
              <a:t>to content					</a:t>
            </a:r>
            <a:endParaRPr lang="en-GB" dirty="0" smtClean="0">
              <a:solidFill>
                <a:schemeClr val="tx1"/>
              </a:solidFill>
            </a:endParaRPr>
          </a:p>
          <a:p>
            <a:pPr marL="514350" indent="-514350" algn="l">
              <a:buFont typeface="+mj-lt"/>
              <a:buAutoNum type="alphaUcPeriod"/>
            </a:pPr>
            <a:r>
              <a:rPr lang="en-GB" dirty="0" smtClean="0">
                <a:solidFill>
                  <a:schemeClr val="tx1"/>
                </a:solidFill>
              </a:rPr>
              <a:t>Introduce </a:t>
            </a:r>
            <a:r>
              <a:rPr lang="en-GB" dirty="0">
                <a:solidFill>
                  <a:schemeClr val="tx1"/>
                </a:solidFill>
              </a:rPr>
              <a:t>new </a:t>
            </a:r>
            <a:r>
              <a:rPr lang="en-GB" dirty="0" smtClean="0">
                <a:solidFill>
                  <a:schemeClr val="tx1"/>
                </a:solidFill>
              </a:rPr>
              <a:t>content</a:t>
            </a:r>
          </a:p>
          <a:p>
            <a:pPr marL="514350" indent="-514350" algn="l">
              <a:buFont typeface="+mj-lt"/>
              <a:buAutoNum type="alphaUcPeriod"/>
            </a:pPr>
            <a:r>
              <a:rPr lang="en-GB" dirty="0" smtClean="0">
                <a:solidFill>
                  <a:schemeClr val="tx1"/>
                </a:solidFill>
              </a:rPr>
              <a:t>Stress </a:t>
            </a:r>
            <a:r>
              <a:rPr lang="en-GB" dirty="0">
                <a:solidFill>
                  <a:schemeClr val="tx1"/>
                </a:solidFill>
              </a:rPr>
              <a:t>retention of facts 		</a:t>
            </a:r>
            <a:endParaRPr lang="en-PH" dirty="0">
              <a:solidFill>
                <a:schemeClr val="tx1"/>
              </a:solidFill>
            </a:endParaRPr>
          </a:p>
          <a:p>
            <a:pPr marL="514350" indent="-514350" algn="l">
              <a:buFont typeface="+mj-lt"/>
              <a:buAutoNum type="alphaUcPeriod"/>
            </a:pPr>
            <a:r>
              <a:rPr lang="en-GB" dirty="0" smtClean="0">
                <a:solidFill>
                  <a:schemeClr val="tx1"/>
                </a:solidFill>
              </a:rPr>
              <a:t>Relate </a:t>
            </a:r>
            <a:r>
              <a:rPr lang="en-GB" dirty="0">
                <a:solidFill>
                  <a:schemeClr val="tx1"/>
                </a:solidFill>
              </a:rPr>
              <a:t>present with past lesson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20. Among </a:t>
            </a:r>
            <a:r>
              <a:rPr lang="en-GB" dirty="0">
                <a:solidFill>
                  <a:schemeClr val="tx1"/>
                </a:solidFill>
              </a:rPr>
              <a:t>cognitive objectives, what refers to the transfer of knowledge from one concept to another</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Synthesis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Application</a:t>
            </a:r>
            <a:r>
              <a:rPr lang="en-GB" dirty="0">
                <a:solidFill>
                  <a:schemeClr val="tx1"/>
                </a:solidFill>
              </a:rPr>
              <a:t>			</a:t>
            </a:r>
          </a:p>
          <a:p>
            <a:pPr marL="514350" indent="-514350" algn="l">
              <a:buFont typeface="+mj-lt"/>
              <a:buAutoNum type="alphaUcPeriod"/>
            </a:pPr>
            <a:r>
              <a:rPr lang="en-GB" dirty="0" smtClean="0">
                <a:solidFill>
                  <a:schemeClr val="tx1"/>
                </a:solidFill>
              </a:rPr>
              <a:t>Analysis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Comprehension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21. Which </a:t>
            </a:r>
            <a:r>
              <a:rPr lang="en-GB" dirty="0">
                <a:solidFill>
                  <a:schemeClr val="tx1"/>
                </a:solidFill>
              </a:rPr>
              <a:t>of the following is the most reliable tool for determining the students’ ability to write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Portfolio </a:t>
            </a:r>
            <a:r>
              <a:rPr lang="en-GB" dirty="0">
                <a:solidFill>
                  <a:schemeClr val="tx1"/>
                </a:solidFill>
              </a:rPr>
              <a:t>assessment			</a:t>
            </a:r>
          </a:p>
          <a:p>
            <a:pPr marL="514350" indent="-514350" algn="l">
              <a:buFont typeface="+mj-lt"/>
              <a:buAutoNum type="alphaUcPeriod"/>
            </a:pPr>
            <a:r>
              <a:rPr lang="en-GB" dirty="0" smtClean="0">
                <a:solidFill>
                  <a:schemeClr val="tx1"/>
                </a:solidFill>
              </a:rPr>
              <a:t>Scoring rubric</a:t>
            </a:r>
          </a:p>
          <a:p>
            <a:pPr marL="514350" indent="-514350" algn="l">
              <a:buFont typeface="+mj-lt"/>
              <a:buAutoNum type="alphaUcPeriod"/>
            </a:pPr>
            <a:r>
              <a:rPr lang="en-GB" dirty="0" smtClean="0">
                <a:solidFill>
                  <a:schemeClr val="tx1"/>
                </a:solidFill>
              </a:rPr>
              <a:t>Interview </a:t>
            </a:r>
            <a:r>
              <a:rPr lang="en-GB" dirty="0">
                <a:solidFill>
                  <a:schemeClr val="tx1"/>
                </a:solidFill>
              </a:rPr>
              <a:t>of students 				</a:t>
            </a:r>
            <a:endParaRPr lang="en-PH" dirty="0">
              <a:solidFill>
                <a:schemeClr val="tx1"/>
              </a:solidFill>
            </a:endParaRPr>
          </a:p>
          <a:p>
            <a:pPr marL="514350" indent="-514350" algn="l">
              <a:buFont typeface="+mj-lt"/>
              <a:buAutoNum type="alphaUcPeriod"/>
            </a:pPr>
            <a:r>
              <a:rPr lang="en-GB" dirty="0" smtClean="0">
                <a:solidFill>
                  <a:schemeClr val="tx1"/>
                </a:solidFill>
              </a:rPr>
              <a:t>Self-assessment</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rubrics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569" y="1277471"/>
            <a:ext cx="3447875" cy="303076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8950" y="157657"/>
            <a:ext cx="4528506" cy="5708094"/>
          </a:xfrm>
          <a:prstGeom prst="rect">
            <a:avLst/>
          </a:prstGeom>
        </p:spPr>
      </p:pic>
      <p:sp>
        <p:nvSpPr>
          <p:cNvPr id="3" name="Rectangle 2"/>
          <p:cNvSpPr/>
          <p:nvPr/>
        </p:nvSpPr>
        <p:spPr>
          <a:xfrm>
            <a:off x="57212" y="341698"/>
            <a:ext cx="3616567" cy="814703"/>
          </a:xfrm>
          <a:prstGeom prst="rect">
            <a:avLst/>
          </a:prstGeom>
        </p:spPr>
        <p:txBody>
          <a:bodyPr wrap="square" lIns="82058" tIns="41029" rIns="82058" bIns="41029">
            <a:spAutoFit/>
          </a:bodyPr>
          <a:lstStyle/>
          <a:p>
            <a:pPr algn="ctr"/>
            <a:r>
              <a:rPr lang="en-US" sz="4800" b="1" spc="45" dirty="0">
                <a:ln w="28575">
                  <a:solidFill>
                    <a:schemeClr val="bg1"/>
                  </a:solidFill>
                </a:ln>
                <a:solidFill>
                  <a:srgbClr val="C00000"/>
                </a:solidFill>
                <a:effectLst>
                  <a:glow rad="101600">
                    <a:schemeClr val="tx1">
                      <a:alpha val="60000"/>
                    </a:schemeClr>
                  </a:glow>
                  <a:outerShdw blurRad="76200" dist="50800" dir="5400000" algn="tl" rotWithShape="0">
                    <a:srgbClr val="000000">
                      <a:alpha val="65000"/>
                    </a:srgbClr>
                  </a:outerShdw>
                </a:effectLst>
                <a:latin typeface="Berlin Sans FB Demi" pitchFamily="34" charset="0"/>
              </a:rPr>
              <a:t>RUBRICS</a:t>
            </a:r>
          </a:p>
        </p:txBody>
      </p:sp>
      <p:sp>
        <p:nvSpPr>
          <p:cNvPr id="4" name="Rectangle 3"/>
          <p:cNvSpPr/>
          <p:nvPr/>
        </p:nvSpPr>
        <p:spPr>
          <a:xfrm>
            <a:off x="4262252" y="1210235"/>
            <a:ext cx="3407222" cy="3666162"/>
          </a:xfrm>
          <a:prstGeom prst="rect">
            <a:avLst/>
          </a:prstGeom>
        </p:spPr>
        <p:txBody>
          <a:bodyPr wrap="square" lIns="82058" tIns="41029" rIns="82058" bIns="41029">
            <a:spAutoFit/>
          </a:bodyPr>
          <a:lstStyle/>
          <a:p>
            <a:pPr algn="ctr"/>
            <a:r>
              <a:rPr lang="en-US" sz="3900" b="1" dirty="0"/>
              <a:t>A tool used to interpret </a:t>
            </a:r>
          </a:p>
          <a:p>
            <a:pPr algn="ctr"/>
            <a:r>
              <a:rPr lang="en-US" sz="3900" b="1" dirty="0"/>
              <a:t>and grade students' work against criteria and standards.</a:t>
            </a:r>
            <a:endParaRPr lang="en-US" sz="3900" b="1" dirty="0">
              <a:latin typeface="Berlin Sans FB"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7921" y="2133600"/>
            <a:ext cx="1830286" cy="4107130"/>
          </a:xfrm>
          <a:prstGeom prst="rect">
            <a:avLst/>
          </a:prstGeom>
        </p:spPr>
      </p:pic>
    </p:spTree>
    <p:extLst>
      <p:ext uri="{BB962C8B-B14F-4D97-AF65-F5344CB8AC3E}">
        <p14:creationId xmlns:p14="http://schemas.microsoft.com/office/powerpoint/2010/main" val="9557147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763528054"/>
              </p:ext>
            </p:extLst>
          </p:nvPr>
        </p:nvGraphicFramePr>
        <p:xfrm>
          <a:off x="484909" y="537882"/>
          <a:ext cx="7867583" cy="49988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356316" y="691045"/>
            <a:ext cx="3840638" cy="990800"/>
          </a:xfrm>
          <a:prstGeom prst="rect">
            <a:avLst/>
          </a:prstGeom>
          <a:noFill/>
        </p:spPr>
        <p:txBody>
          <a:bodyPr wrap="square" lIns="82058" tIns="41029" rIns="82058" bIns="41029" rtlCol="0">
            <a:spAutoFit/>
          </a:bodyPr>
          <a:lstStyle/>
          <a:p>
            <a:pPr algn="ctr"/>
            <a:r>
              <a:rPr lang="en-US" sz="5900" dirty="0">
                <a:ln w="18415" cmpd="sng">
                  <a:solidFill>
                    <a:srgbClr val="FFFFFF"/>
                  </a:solidFill>
                  <a:prstDash val="solid"/>
                </a:ln>
                <a:solidFill>
                  <a:srgbClr val="FF0000"/>
                </a:solidFill>
                <a:effectLst>
                  <a:outerShdw blurRad="63500" dir="3600000" algn="tl" rotWithShape="0">
                    <a:srgbClr val="000000">
                      <a:alpha val="70000"/>
                    </a:srgbClr>
                  </a:outerShdw>
                </a:effectLst>
                <a:latin typeface="Bauhaus 93" pitchFamily="82" charset="0"/>
              </a:rPr>
              <a:t>HOLISTIC</a:t>
            </a:r>
          </a:p>
        </p:txBody>
      </p:sp>
      <p:sp>
        <p:nvSpPr>
          <p:cNvPr id="4" name="TextBox 3"/>
          <p:cNvSpPr txBox="1"/>
          <p:nvPr/>
        </p:nvSpPr>
        <p:spPr>
          <a:xfrm>
            <a:off x="4710546" y="4150741"/>
            <a:ext cx="3907855" cy="990800"/>
          </a:xfrm>
          <a:prstGeom prst="rect">
            <a:avLst/>
          </a:prstGeom>
          <a:noFill/>
        </p:spPr>
        <p:txBody>
          <a:bodyPr wrap="square" lIns="82058" tIns="41029" rIns="82058" bIns="41029" rtlCol="0">
            <a:spAutoFit/>
          </a:bodyPr>
          <a:lstStyle/>
          <a:p>
            <a:pPr algn="ctr"/>
            <a:r>
              <a:rPr lang="en-US" sz="5900" dirty="0">
                <a:ln w="18415" cmpd="sng">
                  <a:solidFill>
                    <a:srgbClr val="FFFFFF"/>
                  </a:solidFill>
                  <a:prstDash val="solid"/>
                </a:ln>
                <a:solidFill>
                  <a:srgbClr val="FF0000"/>
                </a:solidFill>
                <a:effectLst>
                  <a:outerShdw blurRad="63500" dir="3600000" algn="tl" rotWithShape="0">
                    <a:srgbClr val="000000">
                      <a:alpha val="70000"/>
                    </a:srgbClr>
                  </a:outerShdw>
                </a:effectLst>
                <a:latin typeface="Bauhaus 93" pitchFamily="82" charset="0"/>
              </a:rPr>
              <a:t>ANALYTIC</a:t>
            </a:r>
          </a:p>
        </p:txBody>
      </p:sp>
      <p:sp>
        <p:nvSpPr>
          <p:cNvPr id="5" name="AutoShape 2" descr="Image result for pia wurtzbach GIF"/>
          <p:cNvSpPr>
            <a:spLocks noChangeAspect="1" noChangeArrowheads="1"/>
          </p:cNvSpPr>
          <p:nvPr/>
        </p:nvSpPr>
        <p:spPr bwMode="auto">
          <a:xfrm>
            <a:off x="57727" y="-120463"/>
            <a:ext cx="277091" cy="2689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2058" tIns="41029" rIns="82058" bIns="41029" numCol="1" anchor="t" anchorCtr="0" compatLnSpc="1">
            <a:prstTxWarp prst="textNoShape">
              <a:avLst/>
            </a:prstTxWarp>
          </a:bodyPr>
          <a:lstStyle/>
          <a:p>
            <a:endParaRPr lang="en-US"/>
          </a:p>
        </p:txBody>
      </p:sp>
      <p:sp>
        <p:nvSpPr>
          <p:cNvPr id="6" name="AutoShape 6" descr="Image result for it's showtime gif"/>
          <p:cNvSpPr>
            <a:spLocks noChangeAspect="1" noChangeArrowheads="1"/>
          </p:cNvSpPr>
          <p:nvPr/>
        </p:nvSpPr>
        <p:spPr bwMode="auto">
          <a:xfrm>
            <a:off x="196273" y="14007"/>
            <a:ext cx="277091" cy="26894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2058" tIns="41029" rIns="82058" bIns="41029" numCol="1" anchor="t" anchorCtr="0" compatLnSpc="1">
            <a:prstTxWarp prst="textNoShape">
              <a:avLst/>
            </a:prstTxWarp>
          </a:bodyPr>
          <a:lstStyle/>
          <a:p>
            <a:endParaRPr lang="en-US"/>
          </a:p>
        </p:txBody>
      </p:sp>
    </p:spTree>
    <p:extLst>
      <p:ext uri="{BB962C8B-B14F-4D97-AF65-F5344CB8AC3E}">
        <p14:creationId xmlns:p14="http://schemas.microsoft.com/office/powerpoint/2010/main" val="106913732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22. How </a:t>
            </a:r>
            <a:r>
              <a:rPr lang="en-GB" dirty="0">
                <a:solidFill>
                  <a:schemeClr val="tx1"/>
                </a:solidFill>
              </a:rPr>
              <a:t>can automated checking help in improving reliability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Ease </a:t>
            </a:r>
            <a:r>
              <a:rPr lang="en-GB" dirty="0">
                <a:solidFill>
                  <a:schemeClr val="tx1"/>
                </a:solidFill>
              </a:rPr>
              <a:t>in </a:t>
            </a:r>
            <a:r>
              <a:rPr lang="en-GB" dirty="0" smtClean="0">
                <a:solidFill>
                  <a:schemeClr val="tx1"/>
                </a:solidFill>
              </a:rPr>
              <a:t>checking</a:t>
            </a:r>
          </a:p>
          <a:p>
            <a:pPr marL="514350" indent="-514350" algn="l">
              <a:buFont typeface="+mj-lt"/>
              <a:buAutoNum type="alphaUcPeriod"/>
            </a:pPr>
            <a:r>
              <a:rPr lang="en-GB" dirty="0" smtClean="0">
                <a:solidFill>
                  <a:schemeClr val="tx1"/>
                </a:solidFill>
              </a:rPr>
              <a:t>Cost </a:t>
            </a:r>
            <a:r>
              <a:rPr lang="en-GB" dirty="0">
                <a:solidFill>
                  <a:schemeClr val="tx1"/>
                </a:solidFill>
              </a:rPr>
              <a:t>saving </a:t>
            </a:r>
          </a:p>
          <a:p>
            <a:pPr marL="514350" indent="-514350" algn="l">
              <a:buFont typeface="+mj-lt"/>
              <a:buAutoNum type="alphaUcPeriod"/>
            </a:pPr>
            <a:r>
              <a:rPr lang="en-GB" dirty="0" smtClean="0">
                <a:solidFill>
                  <a:schemeClr val="tx1"/>
                </a:solidFill>
              </a:rPr>
              <a:t>Objective </a:t>
            </a:r>
            <a:r>
              <a:rPr lang="en-GB" dirty="0">
                <a:solidFill>
                  <a:schemeClr val="tx1"/>
                </a:solidFill>
              </a:rPr>
              <a:t>scoring</a:t>
            </a:r>
            <a:endParaRPr lang="en-PH" dirty="0">
              <a:solidFill>
                <a:schemeClr val="tx1"/>
              </a:solidFill>
            </a:endParaRPr>
          </a:p>
          <a:p>
            <a:pPr marL="514350" indent="-514350" algn="l">
              <a:buFont typeface="+mj-lt"/>
              <a:buAutoNum type="alphaUcPeriod"/>
            </a:pPr>
            <a:r>
              <a:rPr lang="en-GB" dirty="0" smtClean="0">
                <a:solidFill>
                  <a:schemeClr val="tx1"/>
                </a:solidFill>
              </a:rPr>
              <a:t>Time </a:t>
            </a:r>
            <a:r>
              <a:rPr lang="en-GB" dirty="0">
                <a:solidFill>
                  <a:schemeClr val="tx1"/>
                </a:solidFill>
              </a:rPr>
              <a:t>consuming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23. Using </a:t>
            </a:r>
            <a:r>
              <a:rPr lang="en-GB" dirty="0">
                <a:solidFill>
                  <a:schemeClr val="tx1"/>
                </a:solidFill>
              </a:rPr>
              <a:t>the Likert Method of summative scale, what is the mean for scale ratings (10, 7.5, 5, 2.5 and 0)?</a:t>
            </a:r>
            <a:endParaRPr lang="en-PH" dirty="0">
              <a:solidFill>
                <a:schemeClr val="tx1"/>
              </a:solidFill>
            </a:endParaRPr>
          </a:p>
          <a:p>
            <a:pPr marL="514350" indent="-514350" algn="l">
              <a:buFont typeface="+mj-lt"/>
              <a:buAutoNum type="alphaUcPeriod"/>
            </a:pPr>
            <a:r>
              <a:rPr lang="en-GB" dirty="0" smtClean="0">
                <a:solidFill>
                  <a:schemeClr val="tx1"/>
                </a:solidFill>
              </a:rPr>
              <a:t>2.5</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5</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7.5</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10</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24.</a:t>
            </a:r>
            <a:r>
              <a:rPr lang="en-GB" dirty="0">
                <a:solidFill>
                  <a:schemeClr val="tx1"/>
                </a:solidFill>
              </a:rPr>
              <a:t> </a:t>
            </a:r>
            <a:r>
              <a:rPr lang="en-GB" dirty="0" smtClean="0">
                <a:solidFill>
                  <a:schemeClr val="tx1"/>
                </a:solidFill>
              </a:rPr>
              <a:t>What </a:t>
            </a:r>
            <a:r>
              <a:rPr lang="en-GB" dirty="0">
                <a:solidFill>
                  <a:schemeClr val="tx1"/>
                </a:solidFill>
              </a:rPr>
              <a:t>is meant by a difficulty index of one (1) for a test item? </a:t>
            </a:r>
            <a:endParaRPr lang="en-PH" dirty="0">
              <a:solidFill>
                <a:schemeClr val="tx1"/>
              </a:solidFill>
            </a:endParaRPr>
          </a:p>
          <a:p>
            <a:pPr marL="514350" indent="-514350" algn="l">
              <a:buFont typeface="+mj-lt"/>
              <a:buAutoNum type="alphaUcPeriod"/>
            </a:pPr>
            <a:r>
              <a:rPr lang="en-GB" dirty="0" smtClean="0">
                <a:solidFill>
                  <a:schemeClr val="tx1"/>
                </a:solidFill>
              </a:rPr>
              <a:t>Item </a:t>
            </a:r>
            <a:r>
              <a:rPr lang="en-GB" dirty="0">
                <a:solidFill>
                  <a:schemeClr val="tx1"/>
                </a:solidFill>
              </a:rPr>
              <a:t>is extremely difficult 		</a:t>
            </a:r>
          </a:p>
          <a:p>
            <a:pPr marL="514350" indent="-514350" algn="l">
              <a:buFont typeface="+mj-lt"/>
              <a:buAutoNum type="alphaUcPeriod"/>
            </a:pPr>
            <a:r>
              <a:rPr lang="en-GB" dirty="0" smtClean="0">
                <a:solidFill>
                  <a:schemeClr val="tx1"/>
                </a:solidFill>
              </a:rPr>
              <a:t>Item </a:t>
            </a:r>
            <a:r>
              <a:rPr lang="en-GB" dirty="0">
                <a:solidFill>
                  <a:schemeClr val="tx1"/>
                </a:solidFill>
              </a:rPr>
              <a:t>is extremely easy </a:t>
            </a:r>
          </a:p>
          <a:p>
            <a:pPr marL="514350" indent="-514350" algn="l">
              <a:buFont typeface="+mj-lt"/>
              <a:buAutoNum type="alphaUcPeriod"/>
            </a:pPr>
            <a:r>
              <a:rPr lang="en-GB" dirty="0" smtClean="0">
                <a:solidFill>
                  <a:schemeClr val="tx1"/>
                </a:solidFill>
              </a:rPr>
              <a:t>Item </a:t>
            </a:r>
            <a:r>
              <a:rPr lang="en-GB" dirty="0">
                <a:solidFill>
                  <a:schemeClr val="tx1"/>
                </a:solidFill>
              </a:rPr>
              <a:t>should be retained 		</a:t>
            </a:r>
            <a:endParaRPr lang="en-PH" dirty="0">
              <a:solidFill>
                <a:schemeClr val="tx1"/>
              </a:solidFill>
            </a:endParaRPr>
          </a:p>
          <a:p>
            <a:pPr marL="514350" indent="-514350" algn="l">
              <a:buFont typeface="+mj-lt"/>
              <a:buAutoNum type="alphaUcPeriod"/>
            </a:pPr>
            <a:r>
              <a:rPr lang="en-GB" dirty="0" smtClean="0">
                <a:solidFill>
                  <a:schemeClr val="tx1"/>
                </a:solidFill>
              </a:rPr>
              <a:t>Item </a:t>
            </a:r>
            <a:r>
              <a:rPr lang="en-GB" dirty="0">
                <a:solidFill>
                  <a:schemeClr val="tx1"/>
                </a:solidFill>
              </a:rPr>
              <a:t>is not valid</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01362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25. Teacher </a:t>
            </a:r>
            <a:r>
              <a:rPr lang="en-GB" dirty="0">
                <a:solidFill>
                  <a:schemeClr val="tx1"/>
                </a:solidFill>
              </a:rPr>
              <a:t>Louis found out that more from the lower group got item #16 correctly in his item analysis. This means that </a:t>
            </a:r>
            <a:r>
              <a:rPr lang="en-GB" dirty="0" smtClean="0">
                <a:solidFill>
                  <a:schemeClr val="tx1"/>
                </a:solidFill>
              </a:rPr>
              <a:t>the </a:t>
            </a:r>
            <a:r>
              <a:rPr lang="en-GB" dirty="0">
                <a:solidFill>
                  <a:schemeClr val="tx1"/>
                </a:solidFill>
              </a:rPr>
              <a:t>test item has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Low </a:t>
            </a:r>
            <a:r>
              <a:rPr lang="en-GB" dirty="0">
                <a:solidFill>
                  <a:schemeClr val="tx1"/>
                </a:solidFill>
              </a:rPr>
              <a:t>validity						</a:t>
            </a:r>
          </a:p>
          <a:p>
            <a:pPr marL="514350" indent="-514350" algn="l">
              <a:buFont typeface="+mj-lt"/>
              <a:buAutoNum type="alphaUcPeriod"/>
            </a:pPr>
            <a:r>
              <a:rPr lang="en-GB" dirty="0" smtClean="0">
                <a:solidFill>
                  <a:schemeClr val="tx1"/>
                </a:solidFill>
              </a:rPr>
              <a:t>High reliability</a:t>
            </a:r>
          </a:p>
          <a:p>
            <a:pPr marL="514350" indent="-514350" algn="l">
              <a:buFont typeface="+mj-lt"/>
              <a:buAutoNum type="alphaUcPeriod"/>
            </a:pPr>
            <a:r>
              <a:rPr lang="en-GB" dirty="0" smtClean="0">
                <a:solidFill>
                  <a:schemeClr val="tx1"/>
                </a:solidFill>
              </a:rPr>
              <a:t>Negative </a:t>
            </a:r>
            <a:r>
              <a:rPr lang="en-GB" dirty="0">
                <a:solidFill>
                  <a:schemeClr val="tx1"/>
                </a:solidFill>
              </a:rPr>
              <a:t>discriminating power 		</a:t>
            </a:r>
            <a:endParaRPr lang="en-PH" dirty="0">
              <a:solidFill>
                <a:schemeClr val="tx1"/>
              </a:solidFill>
            </a:endParaRPr>
          </a:p>
          <a:p>
            <a:pPr marL="514350" indent="-514350" algn="l">
              <a:buFont typeface="+mj-lt"/>
              <a:buAutoNum type="alphaUcPeriod"/>
            </a:pPr>
            <a:r>
              <a:rPr lang="en-GB" dirty="0" smtClean="0">
                <a:solidFill>
                  <a:schemeClr val="tx1"/>
                </a:solidFill>
              </a:rPr>
              <a:t>Positive </a:t>
            </a:r>
            <a:r>
              <a:rPr lang="en-GB" dirty="0">
                <a:solidFill>
                  <a:schemeClr val="tx1"/>
                </a:solidFill>
              </a:rPr>
              <a:t>discriminating power</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0012" y="299827"/>
            <a:ext cx="8635986" cy="990800"/>
          </a:xfrm>
          <a:prstGeom prst="rect">
            <a:avLst/>
          </a:prstGeom>
        </p:spPr>
        <p:txBody>
          <a:bodyPr wrap="none" lIns="82058" tIns="41029" rIns="82058" bIns="41029">
            <a:spAutoFit/>
          </a:bodyPr>
          <a:lstStyle/>
          <a:p>
            <a:pPr algn="ctr"/>
            <a:r>
              <a:rPr lang="en-US" sz="5900" b="1" spc="45" dirty="0">
                <a:ln w="19050">
                  <a:solidFill>
                    <a:schemeClr val="bg1"/>
                  </a:solidFill>
                </a:ln>
                <a:gradFill>
                  <a:gsLst>
                    <a:gs pos="25000">
                      <a:schemeClr val="accent2">
                        <a:satMod val="155000"/>
                      </a:schemeClr>
                    </a:gs>
                    <a:gs pos="100000">
                      <a:schemeClr val="accent2">
                        <a:shade val="45000"/>
                        <a:satMod val="165000"/>
                      </a:schemeClr>
                    </a:gs>
                  </a:gsLst>
                  <a:lin ang="5400000"/>
                </a:gradFill>
                <a:effectLst>
                  <a:glow rad="101600">
                    <a:schemeClr val="tx1">
                      <a:alpha val="60000"/>
                    </a:schemeClr>
                  </a:glow>
                  <a:outerShdw blurRad="76200" dist="50800" dir="5400000" algn="tl" rotWithShape="0">
                    <a:srgbClr val="000000">
                      <a:alpha val="65000"/>
                    </a:srgbClr>
                  </a:outerShdw>
                </a:effectLst>
                <a:latin typeface="Berlin Sans FB Demi" pitchFamily="34" charset="0"/>
              </a:rPr>
              <a:t>DISCRIMINATION INDEX</a:t>
            </a:r>
          </a:p>
        </p:txBody>
      </p:sp>
      <p:sp>
        <p:nvSpPr>
          <p:cNvPr id="3" name="Rectangle 2"/>
          <p:cNvSpPr/>
          <p:nvPr/>
        </p:nvSpPr>
        <p:spPr>
          <a:xfrm>
            <a:off x="421386" y="1512153"/>
            <a:ext cx="3097474" cy="4050447"/>
          </a:xfrm>
          <a:prstGeom prst="rect">
            <a:avLst/>
          </a:prstGeom>
          <a:solidFill>
            <a:srgbClr val="FFC000"/>
          </a:solidFill>
          <a:ln>
            <a:noFill/>
            <a:prstDash val="sysDash"/>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lIns="82058" tIns="41029" rIns="82058" bIns="41029" rtlCol="0" anchor="ctr"/>
          <a:lstStyle/>
          <a:p>
            <a:pPr marL="307718" indent="-307718">
              <a:buFont typeface="Wingdings" pitchFamily="2" charset="2"/>
              <a:buChar char="q"/>
            </a:pPr>
            <a:r>
              <a:rPr lang="en-US" sz="3200" dirty="0">
                <a:latin typeface="Berlin Sans FB" pitchFamily="34" charset="0"/>
              </a:rPr>
              <a:t>More from the upper group got the correct </a:t>
            </a:r>
            <a:r>
              <a:rPr lang="en-US" sz="3200" dirty="0" smtClean="0">
                <a:latin typeface="Berlin Sans FB" pitchFamily="34" charset="0"/>
              </a:rPr>
              <a:t>answers</a:t>
            </a:r>
          </a:p>
          <a:p>
            <a:pPr marL="307718" indent="-307718">
              <a:buFont typeface="Wingdings" pitchFamily="2" charset="2"/>
              <a:buChar char="q"/>
            </a:pPr>
            <a:r>
              <a:rPr lang="en-US" sz="3200" dirty="0" smtClean="0">
                <a:latin typeface="Berlin Sans FB" pitchFamily="34" charset="0"/>
              </a:rPr>
              <a:t>Retain</a:t>
            </a:r>
            <a:endParaRPr lang="en-US" sz="3200" dirty="0">
              <a:latin typeface="Berlin Sans FB" pitchFamily="34" charset="0"/>
            </a:endParaRPr>
          </a:p>
        </p:txBody>
      </p:sp>
      <p:sp>
        <p:nvSpPr>
          <p:cNvPr id="4" name="Rectangle 3"/>
          <p:cNvSpPr/>
          <p:nvPr/>
        </p:nvSpPr>
        <p:spPr>
          <a:xfrm>
            <a:off x="5080569" y="1524634"/>
            <a:ext cx="3456196" cy="4037966"/>
          </a:xfrm>
          <a:prstGeom prst="rect">
            <a:avLst/>
          </a:prstGeom>
          <a:solidFill>
            <a:srgbClr val="002060"/>
          </a:solidFill>
          <a:ln>
            <a:noFill/>
            <a:prstDash val="sysDash"/>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lIns="82058" tIns="41029" rIns="82058" bIns="41029" rtlCol="0"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endParaRPr lang="en-US" sz="3200" b="1" spc="45" dirty="0">
              <a:ln w="19050">
                <a:solidFill>
                  <a:srgbClr val="FFFFFF"/>
                </a:solidFill>
              </a:ln>
              <a:solidFill>
                <a:schemeClr val="tx1"/>
              </a:solidFill>
              <a:effectLst>
                <a:glow rad="101600">
                  <a:schemeClr val="tx1">
                    <a:alpha val="60000"/>
                  </a:schemeClr>
                </a:glow>
                <a:outerShdw blurRad="76200" dist="50800" dir="5400000" algn="tl" rotWithShape="0">
                  <a:srgbClr val="000000">
                    <a:alpha val="65000"/>
                  </a:srgbClr>
                </a:outerShdw>
              </a:effectLst>
              <a:latin typeface="Berlin Sans FB" pitchFamily="34" charset="0"/>
            </a:endParaRPr>
          </a:p>
          <a:p>
            <a:pPr algn="ctr"/>
            <a:endParaRPr lang="en-US" sz="3200" b="1" spc="45" dirty="0">
              <a:ln w="19050">
                <a:solidFill>
                  <a:srgbClr val="FFFFFF"/>
                </a:solidFill>
              </a:ln>
              <a:solidFill>
                <a:schemeClr val="tx1"/>
              </a:solidFill>
              <a:effectLst>
                <a:glow rad="101600">
                  <a:schemeClr val="tx1">
                    <a:alpha val="60000"/>
                  </a:schemeClr>
                </a:glow>
                <a:outerShdw blurRad="76200" dist="50800" dir="5400000" algn="tl" rotWithShape="0">
                  <a:srgbClr val="000000">
                    <a:alpha val="65000"/>
                  </a:srgbClr>
                </a:outerShdw>
              </a:effectLst>
              <a:latin typeface="Berlin Sans FB" pitchFamily="34" charset="0"/>
            </a:endParaRPr>
          </a:p>
          <a:p>
            <a:pPr algn="ctr"/>
            <a:endParaRPr lang="en-US" sz="2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pitchFamily="34" charset="0"/>
            </a:endParaRPr>
          </a:p>
          <a:p>
            <a:pPr algn="ctr"/>
            <a:endParaRPr lang="en-US" sz="2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pitchFamily="34" charset="0"/>
            </a:endParaRPr>
          </a:p>
          <a:p>
            <a:pPr algn="ctr"/>
            <a:endParaRPr lang="en-US" sz="2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pitchFamily="34" charset="0"/>
            </a:endParaRPr>
          </a:p>
          <a:p>
            <a:pPr algn="ctr"/>
            <a:endParaRPr lang="en-US" sz="2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pitchFamily="34" charset="0"/>
            </a:endParaRPr>
          </a:p>
          <a:p>
            <a:pPr algn="ctr"/>
            <a:endParaRPr lang="en-US" sz="2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pitchFamily="34" charset="0"/>
            </a:endParaRPr>
          </a:p>
        </p:txBody>
      </p:sp>
      <p:sp>
        <p:nvSpPr>
          <p:cNvPr id="5" name="Rectangle 4"/>
          <p:cNvSpPr/>
          <p:nvPr/>
        </p:nvSpPr>
        <p:spPr>
          <a:xfrm>
            <a:off x="925841" y="1512153"/>
            <a:ext cx="2088568" cy="570292"/>
          </a:xfrm>
          <a:prstGeom prst="rect">
            <a:avLst/>
          </a:prstGeom>
          <a:noFill/>
        </p:spPr>
        <p:txBody>
          <a:bodyPr wrap="none" lIns="82058" tIns="41029" rIns="82058" bIns="41029">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3200" b="1" spc="45" dirty="0">
                <a:ln w="19050">
                  <a:solidFill>
                    <a:schemeClr val="bg1"/>
                  </a:solidFill>
                </a:ln>
                <a:effectLst>
                  <a:glow rad="101600">
                    <a:schemeClr val="tx1">
                      <a:alpha val="60000"/>
                    </a:schemeClr>
                  </a:glow>
                  <a:outerShdw blurRad="76200" dist="50800" dir="5400000" algn="tl" rotWithShape="0">
                    <a:srgbClr val="000000">
                      <a:alpha val="65000"/>
                    </a:srgbClr>
                  </a:outerShdw>
                </a:effectLst>
                <a:latin typeface="Berlin Sans FB" pitchFamily="34" charset="0"/>
              </a:rPr>
              <a:t>POSITIVE</a:t>
            </a:r>
          </a:p>
        </p:txBody>
      </p:sp>
      <p:sp>
        <p:nvSpPr>
          <p:cNvPr id="6" name="TextBox 5"/>
          <p:cNvSpPr txBox="1"/>
          <p:nvPr/>
        </p:nvSpPr>
        <p:spPr>
          <a:xfrm>
            <a:off x="5069333" y="2554942"/>
            <a:ext cx="3467433" cy="2822071"/>
          </a:xfrm>
          <a:prstGeom prst="rect">
            <a:avLst/>
          </a:prstGeom>
          <a:noFill/>
        </p:spPr>
        <p:txBody>
          <a:bodyPr wrap="square" lIns="82058" tIns="41029" rIns="82058" bIns="41029" rtlCol="0">
            <a:spAutoFit/>
          </a:bodyPr>
          <a:lstStyle/>
          <a:p>
            <a:pPr marL="307718" indent="-307718">
              <a:buFont typeface="Wingdings" pitchFamily="2" charset="2"/>
              <a:buChar char="q"/>
            </a:pPr>
            <a:r>
              <a:rPr lang="en-US" sz="3200" dirty="0">
                <a:solidFill>
                  <a:schemeClr val="bg1"/>
                </a:solidFill>
                <a:latin typeface="Berlin Sans FB" pitchFamily="34" charset="0"/>
              </a:rPr>
              <a:t>More from the </a:t>
            </a:r>
            <a:r>
              <a:rPr lang="en-US" sz="3200" dirty="0" smtClean="0">
                <a:solidFill>
                  <a:schemeClr val="bg1"/>
                </a:solidFill>
                <a:latin typeface="Berlin Sans FB" pitchFamily="34" charset="0"/>
              </a:rPr>
              <a:t>lower </a:t>
            </a:r>
            <a:r>
              <a:rPr lang="en-US" sz="3200" dirty="0">
                <a:solidFill>
                  <a:schemeClr val="bg1"/>
                </a:solidFill>
                <a:latin typeface="Berlin Sans FB" pitchFamily="34" charset="0"/>
              </a:rPr>
              <a:t>group got the correct </a:t>
            </a:r>
            <a:r>
              <a:rPr lang="en-US" sz="3200" dirty="0" smtClean="0">
                <a:solidFill>
                  <a:schemeClr val="bg1"/>
                </a:solidFill>
                <a:latin typeface="Berlin Sans FB" pitchFamily="34" charset="0"/>
              </a:rPr>
              <a:t>answers</a:t>
            </a:r>
          </a:p>
          <a:p>
            <a:pPr marL="307718" indent="-307718">
              <a:buFont typeface="Wingdings" pitchFamily="2" charset="2"/>
              <a:buChar char="q"/>
            </a:pPr>
            <a:r>
              <a:rPr lang="en-US" sz="3200" dirty="0" smtClean="0">
                <a:solidFill>
                  <a:schemeClr val="bg1"/>
                </a:solidFill>
                <a:latin typeface="Berlin Sans FB" pitchFamily="34" charset="0"/>
              </a:rPr>
              <a:t>Reject</a:t>
            </a:r>
            <a:endParaRPr lang="en-US" sz="3200" dirty="0">
              <a:solidFill>
                <a:schemeClr val="bg1"/>
              </a:solidFill>
              <a:latin typeface="Berlin Sans FB" pitchFamily="34" charset="0"/>
            </a:endParaRPr>
          </a:p>
          <a:p>
            <a:pPr marL="256432" indent="-256432">
              <a:buFont typeface="Wingdings" pitchFamily="2" charset="2"/>
              <a:buChar char="q"/>
            </a:pPr>
            <a:endParaRPr lang="en-US" dirty="0"/>
          </a:p>
        </p:txBody>
      </p:sp>
      <p:pic>
        <p:nvPicPr>
          <p:cNvPr id="7" name="Picture 6" descr="buddy_frightened-555px.png"/>
          <p:cNvPicPr>
            <a:picLocks noChangeAspect="1"/>
          </p:cNvPicPr>
          <p:nvPr/>
        </p:nvPicPr>
        <p:blipFill>
          <a:blip r:embed="rId2" cstate="print"/>
          <a:stretch>
            <a:fillRect/>
          </a:stretch>
        </p:blipFill>
        <p:spPr>
          <a:xfrm>
            <a:off x="3271062" y="2514601"/>
            <a:ext cx="1858511" cy="2350386"/>
          </a:xfrm>
          <a:prstGeom prst="rect">
            <a:avLst/>
          </a:prstGeom>
          <a:ln>
            <a:noFill/>
          </a:ln>
          <a:effectLst>
            <a:glow rad="101600">
              <a:schemeClr val="tx1">
                <a:alpha val="6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8" name="Rectangle 7"/>
          <p:cNvSpPr/>
          <p:nvPr/>
        </p:nvSpPr>
        <p:spPr>
          <a:xfrm>
            <a:off x="5647804" y="1524634"/>
            <a:ext cx="2321731" cy="570292"/>
          </a:xfrm>
          <a:prstGeom prst="rect">
            <a:avLst/>
          </a:prstGeom>
          <a:noFill/>
        </p:spPr>
        <p:txBody>
          <a:bodyPr wrap="none" lIns="82058" tIns="41029" rIns="82058" bIns="41029">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3200" b="1" spc="45" dirty="0">
                <a:ln w="19050">
                  <a:solidFill>
                    <a:schemeClr val="bg1"/>
                  </a:solidFill>
                </a:ln>
                <a:effectLst>
                  <a:glow rad="101600">
                    <a:schemeClr val="tx1">
                      <a:alpha val="60000"/>
                    </a:schemeClr>
                  </a:glow>
                  <a:outerShdw blurRad="76200" dist="50800" dir="5400000" algn="tl" rotWithShape="0">
                    <a:srgbClr val="000000">
                      <a:alpha val="65000"/>
                    </a:srgbClr>
                  </a:outerShdw>
                </a:effectLst>
                <a:latin typeface="Berlin Sans FB" pitchFamily="34" charset="0"/>
              </a:rPr>
              <a:t>NEGATIVE</a:t>
            </a:r>
          </a:p>
        </p:txBody>
      </p:sp>
    </p:spTree>
    <p:extLst>
      <p:ext uri="{BB962C8B-B14F-4D97-AF65-F5344CB8AC3E}">
        <p14:creationId xmlns:p14="http://schemas.microsoft.com/office/powerpoint/2010/main" val="3261951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26. What </a:t>
            </a:r>
            <a:r>
              <a:rPr lang="en-GB" dirty="0">
                <a:solidFill>
                  <a:schemeClr val="tx1"/>
                </a:solidFill>
              </a:rPr>
              <a:t>does the Teacher Education Development Program signify as a prerequisite for employment of teachers in </a:t>
            </a:r>
            <a:r>
              <a:rPr lang="en-GB" dirty="0" smtClean="0">
                <a:solidFill>
                  <a:schemeClr val="tx1"/>
                </a:solidFill>
              </a:rPr>
              <a:t>basic </a:t>
            </a:r>
            <a:r>
              <a:rPr lang="en-GB" dirty="0">
                <a:solidFill>
                  <a:schemeClr val="tx1"/>
                </a:solidFill>
              </a:rPr>
              <a:t>education schools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Job </a:t>
            </a:r>
            <a:r>
              <a:rPr lang="en-GB" dirty="0">
                <a:solidFill>
                  <a:schemeClr val="tx1"/>
                </a:solidFill>
              </a:rPr>
              <a:t>interview for teacher </a:t>
            </a:r>
            <a:r>
              <a:rPr lang="en-GB" dirty="0" smtClean="0">
                <a:solidFill>
                  <a:schemeClr val="tx1"/>
                </a:solidFill>
              </a:rPr>
              <a:t>applicant</a:t>
            </a:r>
            <a:endParaRPr lang="en-GB" dirty="0">
              <a:solidFill>
                <a:schemeClr val="tx1"/>
              </a:solidFill>
            </a:endParaRPr>
          </a:p>
          <a:p>
            <a:pPr marL="514350" indent="-514350" algn="l">
              <a:buFont typeface="+mj-lt"/>
              <a:buAutoNum type="alphaUcPeriod"/>
            </a:pPr>
            <a:r>
              <a:rPr lang="en-GB" dirty="0" smtClean="0">
                <a:solidFill>
                  <a:schemeClr val="tx1"/>
                </a:solidFill>
              </a:rPr>
              <a:t>Licensure </a:t>
            </a:r>
            <a:r>
              <a:rPr lang="en-GB" dirty="0">
                <a:solidFill>
                  <a:schemeClr val="tx1"/>
                </a:solidFill>
              </a:rPr>
              <a:t>examination for </a:t>
            </a:r>
            <a:r>
              <a:rPr lang="en-GB" dirty="0" smtClean="0">
                <a:solidFill>
                  <a:schemeClr val="tx1"/>
                </a:solidFill>
              </a:rPr>
              <a:t>teachers</a:t>
            </a:r>
          </a:p>
          <a:p>
            <a:pPr marL="514350" indent="-514350" algn="l">
              <a:buFont typeface="+mj-lt"/>
              <a:buAutoNum type="alphaUcPeriod"/>
            </a:pPr>
            <a:r>
              <a:rPr lang="en-GB" dirty="0" smtClean="0">
                <a:solidFill>
                  <a:schemeClr val="tx1"/>
                </a:solidFill>
              </a:rPr>
              <a:t>Induction </a:t>
            </a:r>
            <a:r>
              <a:rPr lang="en-GB" dirty="0">
                <a:solidFill>
                  <a:schemeClr val="tx1"/>
                </a:solidFill>
              </a:rPr>
              <a:t>of new teachers</a:t>
            </a:r>
            <a:endParaRPr lang="en-PH" dirty="0">
              <a:solidFill>
                <a:schemeClr val="tx1"/>
              </a:solidFill>
            </a:endParaRPr>
          </a:p>
          <a:p>
            <a:pPr marL="514350" indent="-514350" algn="l">
              <a:buFont typeface="+mj-lt"/>
              <a:buAutoNum type="alphaUcPeriod"/>
            </a:pPr>
            <a:r>
              <a:rPr lang="en-GB" dirty="0" smtClean="0">
                <a:solidFill>
                  <a:schemeClr val="tx1"/>
                </a:solidFill>
              </a:rPr>
              <a:t>National </a:t>
            </a:r>
            <a:r>
              <a:rPr lang="en-GB" dirty="0">
                <a:solidFill>
                  <a:schemeClr val="tx1"/>
                </a:solidFill>
              </a:rPr>
              <a:t>standard competencies among teachers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16116"/>
          <a:stretch/>
        </p:blipFill>
        <p:spPr>
          <a:xfrm>
            <a:off x="5749040" y="2340286"/>
            <a:ext cx="3159423" cy="3343468"/>
          </a:xfrm>
          <a:prstGeom prst="rect">
            <a:avLst/>
          </a:prstGeom>
        </p:spPr>
        <p:style>
          <a:lnRef idx="2">
            <a:schemeClr val="accent3">
              <a:shade val="50000"/>
            </a:schemeClr>
          </a:lnRef>
          <a:fillRef idx="1">
            <a:schemeClr val="accent3"/>
          </a:fillRef>
          <a:effectRef idx="0">
            <a:schemeClr val="accent3"/>
          </a:effectRef>
          <a:fontRef idx="minor">
            <a:schemeClr val="lt1"/>
          </a:fontRef>
        </p:style>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537" y="2457730"/>
            <a:ext cx="2141815" cy="3257270"/>
          </a:xfrm>
          <a:prstGeom prst="rect">
            <a:avLst/>
          </a:prstGeom>
        </p:spPr>
      </p:pic>
      <p:sp>
        <p:nvSpPr>
          <p:cNvPr id="4" name="TextBox 3"/>
          <p:cNvSpPr txBox="1"/>
          <p:nvPr/>
        </p:nvSpPr>
        <p:spPr>
          <a:xfrm>
            <a:off x="1853948" y="3363090"/>
            <a:ext cx="4796474" cy="1298577"/>
          </a:xfrm>
          <a:prstGeom prst="rect">
            <a:avLst/>
          </a:prstGeom>
          <a:noFill/>
          <a:effectLst>
            <a:glow rad="101600">
              <a:schemeClr val="tx1">
                <a:alpha val="60000"/>
              </a:schemeClr>
            </a:glow>
          </a:effectLst>
        </p:spPr>
        <p:txBody>
          <a:bodyPr wrap="none" lIns="82058" tIns="41029" rIns="82058" bIns="41029"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sz="7900" b="1" spc="45" dirty="0">
                <a:ln w="11430">
                  <a:solidFill>
                    <a:schemeClr val="bg1"/>
                  </a:solidFill>
                </a:ln>
                <a:solidFill>
                  <a:srgbClr val="FF0000"/>
                </a:solidFill>
                <a:effectLst>
                  <a:outerShdw blurRad="76200" dist="50800" dir="5400000" algn="tl" rotWithShape="0">
                    <a:srgbClr val="000000">
                      <a:alpha val="65000"/>
                    </a:srgbClr>
                  </a:outerShdw>
                </a:effectLst>
                <a:latin typeface="Berlin Sans FB Demi" pitchFamily="34" charset="0"/>
              </a:rPr>
              <a:t>ICENSURE</a:t>
            </a:r>
          </a:p>
        </p:txBody>
      </p:sp>
      <p:sp>
        <p:nvSpPr>
          <p:cNvPr id="5" name="Rectangle 4"/>
          <p:cNvSpPr/>
          <p:nvPr/>
        </p:nvSpPr>
        <p:spPr>
          <a:xfrm>
            <a:off x="533401" y="381000"/>
            <a:ext cx="7817518" cy="1547935"/>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3200" b="1" dirty="0">
                <a:latin typeface="Berlin Sans FB Demi" panose="020E0802020502020306" pitchFamily="34" charset="0"/>
              </a:rPr>
              <a:t>The method by which a state holds the professional teacher accountable for safe practice to citizens of that state.</a:t>
            </a:r>
          </a:p>
        </p:txBody>
      </p:sp>
      <p:sp>
        <p:nvSpPr>
          <p:cNvPr id="6" name="TextBox 5"/>
          <p:cNvSpPr txBox="1"/>
          <p:nvPr/>
        </p:nvSpPr>
        <p:spPr>
          <a:xfrm>
            <a:off x="6788727" y="4437529"/>
            <a:ext cx="1246909" cy="190098"/>
          </a:xfrm>
          <a:prstGeom prst="rect">
            <a:avLst/>
          </a:prstGeom>
          <a:solidFill>
            <a:srgbClr val="00B050"/>
          </a:solidFill>
        </p:spPr>
        <p:txBody>
          <a:bodyPr wrap="square" lIns="82058" tIns="41029" rIns="82058" bIns="41029" rtlCol="0">
            <a:spAutoFit/>
          </a:bodyPr>
          <a:lstStyle/>
          <a:p>
            <a:pPr algn="ctr"/>
            <a:r>
              <a:rPr lang="en-US" sz="700" b="1" dirty="0">
                <a:solidFill>
                  <a:schemeClr val="bg1"/>
                </a:solidFill>
              </a:rPr>
              <a:t>TEACHER</a:t>
            </a:r>
          </a:p>
        </p:txBody>
      </p:sp>
    </p:spTree>
    <p:extLst>
      <p:ext uri="{BB962C8B-B14F-4D97-AF65-F5344CB8AC3E}">
        <p14:creationId xmlns:p14="http://schemas.microsoft.com/office/powerpoint/2010/main" val="328179750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0896" y="1534418"/>
            <a:ext cx="1413596" cy="3485852"/>
          </a:xfrm>
          <a:prstGeom prst="rect">
            <a:avLst/>
          </a:prstGeom>
        </p:spPr>
      </p:pic>
      <p:sp>
        <p:nvSpPr>
          <p:cNvPr id="3" name="TextBox 2"/>
          <p:cNvSpPr txBox="1"/>
          <p:nvPr/>
        </p:nvSpPr>
        <p:spPr>
          <a:xfrm>
            <a:off x="366320" y="381000"/>
            <a:ext cx="3456910" cy="97541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3">
            <a:schemeClr val="lt1"/>
          </a:lnRef>
          <a:fillRef idx="1">
            <a:schemeClr val="accent1"/>
          </a:fillRef>
          <a:effectRef idx="1">
            <a:schemeClr val="accent1"/>
          </a:effectRef>
          <a:fontRef idx="minor">
            <a:schemeClr val="lt1"/>
          </a:fontRef>
        </p:style>
        <p:txBody>
          <a:bodyPr wrap="square" lIns="82058" tIns="41029" rIns="82058" bIns="41029" rtlCol="0">
            <a:spAutoFit/>
          </a:bodyPr>
          <a:lstStyle/>
          <a:p>
            <a:pPr algn="ctr"/>
            <a:r>
              <a:rPr lang="en-US" sz="2900" b="1" dirty="0">
                <a:latin typeface="Berlin Sans FB Demi" pitchFamily="34" charset="0"/>
              </a:rPr>
              <a:t>LICENSURE BY EXAMINATION</a:t>
            </a:r>
          </a:p>
        </p:txBody>
      </p:sp>
      <p:sp>
        <p:nvSpPr>
          <p:cNvPr id="4" name="TextBox 3"/>
          <p:cNvSpPr txBox="1"/>
          <p:nvPr/>
        </p:nvSpPr>
        <p:spPr>
          <a:xfrm>
            <a:off x="5315394" y="457200"/>
            <a:ext cx="3456910" cy="97541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3">
            <a:schemeClr val="lt1"/>
          </a:lnRef>
          <a:fillRef idx="1">
            <a:schemeClr val="accent2"/>
          </a:fillRef>
          <a:effectRef idx="1">
            <a:schemeClr val="accent2"/>
          </a:effectRef>
          <a:fontRef idx="minor">
            <a:schemeClr val="lt1"/>
          </a:fontRef>
        </p:style>
        <p:txBody>
          <a:bodyPr wrap="square" lIns="82058" tIns="41029" rIns="82058" bIns="41029" rtlCol="0">
            <a:spAutoFit/>
          </a:bodyPr>
          <a:lstStyle/>
          <a:p>
            <a:pPr algn="ctr"/>
            <a:r>
              <a:rPr lang="en-US" sz="2900" b="1" dirty="0">
                <a:latin typeface="Berlin Sans FB Demi" pitchFamily="34" charset="0"/>
              </a:rPr>
              <a:t>LICENSURE BY ENDORSEMENT</a:t>
            </a:r>
          </a:p>
        </p:txBody>
      </p:sp>
      <p:sp>
        <p:nvSpPr>
          <p:cNvPr id="5" name="Rectangle 4"/>
          <p:cNvSpPr/>
          <p:nvPr/>
        </p:nvSpPr>
        <p:spPr>
          <a:xfrm>
            <a:off x="359437" y="1454512"/>
            <a:ext cx="3456910" cy="3406846"/>
          </a:xfrm>
          <a:prstGeom prst="rect">
            <a:avLst/>
          </a:prstGeom>
        </p:spPr>
        <p:style>
          <a:lnRef idx="2">
            <a:schemeClr val="accent1"/>
          </a:lnRef>
          <a:fillRef idx="1">
            <a:schemeClr val="lt1"/>
          </a:fillRef>
          <a:effectRef idx="0">
            <a:schemeClr val="accent1"/>
          </a:effectRef>
          <a:fontRef idx="minor">
            <a:schemeClr val="dk1"/>
          </a:fontRef>
        </p:style>
        <p:txBody>
          <a:bodyPr wrap="square" lIns="82058" tIns="41029" rIns="82058" bIns="41029">
            <a:spAutoFit/>
          </a:bodyPr>
          <a:lstStyle/>
          <a:p>
            <a:pPr algn="ctr"/>
            <a:r>
              <a:rPr lang="en-US" sz="2400" dirty="0">
                <a:latin typeface="Berlin Sans FB" pitchFamily="34" charset="0"/>
              </a:rPr>
              <a:t>The process by which an individual who has completed an approved teacher’s program seeks initial licensure </a:t>
            </a:r>
            <a:r>
              <a:rPr lang="en-US" sz="2400" dirty="0">
                <a:solidFill>
                  <a:srgbClr val="FF0000"/>
                </a:solidFill>
                <a:latin typeface="Berlin Sans FB" pitchFamily="34" charset="0"/>
              </a:rPr>
              <a:t>by successfully passing a standardized competency examination</a:t>
            </a:r>
          </a:p>
        </p:txBody>
      </p:sp>
      <p:sp>
        <p:nvSpPr>
          <p:cNvPr id="6" name="Rectangle 5"/>
          <p:cNvSpPr/>
          <p:nvPr/>
        </p:nvSpPr>
        <p:spPr>
          <a:xfrm>
            <a:off x="5254492" y="1534418"/>
            <a:ext cx="3584708" cy="3406846"/>
          </a:xfrm>
          <a:prstGeom prst="rect">
            <a:avLst/>
          </a:prstGeom>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2400" dirty="0">
                <a:solidFill>
                  <a:schemeClr val="tx1"/>
                </a:solidFill>
                <a:latin typeface="Berlin Sans FB" pitchFamily="34" charset="0"/>
              </a:rPr>
              <a:t>The process by which an</a:t>
            </a:r>
          </a:p>
          <a:p>
            <a:pPr algn="ctr"/>
            <a:r>
              <a:rPr lang="en-US" sz="2400" dirty="0">
                <a:solidFill>
                  <a:schemeClr val="tx1"/>
                </a:solidFill>
                <a:latin typeface="Berlin Sans FB" pitchFamily="34" charset="0"/>
              </a:rPr>
              <a:t>individual who is duly </a:t>
            </a:r>
            <a:r>
              <a:rPr lang="en-US" sz="2400" dirty="0" smtClean="0">
                <a:solidFill>
                  <a:schemeClr val="tx1"/>
                </a:solidFill>
                <a:latin typeface="Berlin Sans FB" pitchFamily="34" charset="0"/>
              </a:rPr>
              <a:t>licensed </a:t>
            </a:r>
            <a:r>
              <a:rPr lang="en-US" sz="2400" dirty="0">
                <a:solidFill>
                  <a:schemeClr val="tx1"/>
                </a:solidFill>
                <a:latin typeface="Berlin Sans FB" pitchFamily="34" charset="0"/>
              </a:rPr>
              <a:t>as a registered professional teacher </a:t>
            </a:r>
            <a:r>
              <a:rPr lang="en-US" sz="2400" dirty="0">
                <a:solidFill>
                  <a:srgbClr val="FF0000"/>
                </a:solidFill>
                <a:latin typeface="Berlin Sans FB" pitchFamily="34" charset="0"/>
              </a:rPr>
              <a:t>under the laws of one country has his or her credentials accepted and approved </a:t>
            </a:r>
            <a:r>
              <a:rPr lang="en-US" sz="2400" dirty="0">
                <a:solidFill>
                  <a:schemeClr val="tx1"/>
                </a:solidFill>
                <a:latin typeface="Berlin Sans FB" pitchFamily="34" charset="0"/>
              </a:rPr>
              <a:t>by another country.</a:t>
            </a:r>
            <a:endParaRPr lang="en-US" sz="2400" dirty="0">
              <a:latin typeface="Berlin Sans FB" pitchFamily="34" charset="0"/>
            </a:endParaRPr>
          </a:p>
        </p:txBody>
      </p:sp>
      <p:sp>
        <p:nvSpPr>
          <p:cNvPr id="7" name="Rectangle 6"/>
          <p:cNvSpPr/>
          <p:nvPr/>
        </p:nvSpPr>
        <p:spPr>
          <a:xfrm>
            <a:off x="978932" y="5020270"/>
            <a:ext cx="7225941" cy="814703"/>
          </a:xfrm>
          <a:prstGeom prst="rect">
            <a:avLst/>
          </a:prstGeom>
        </p:spPr>
        <p:txBody>
          <a:bodyPr wrap="square" lIns="82058" tIns="41029" rIns="82058" bIns="41029">
            <a:spAutoFit/>
          </a:bodyPr>
          <a:lstStyle/>
          <a:p>
            <a:pPr algn="ctr"/>
            <a:r>
              <a:rPr lang="en-US" sz="4800" b="1" spc="45" dirty="0">
                <a:ln w="11430">
                  <a:solidFill>
                    <a:schemeClr val="bg1"/>
                  </a:solidFill>
                </a:ln>
                <a:solidFill>
                  <a:schemeClr val="tx2">
                    <a:lumMod val="75000"/>
                  </a:schemeClr>
                </a:solidFill>
                <a:effectLst>
                  <a:glow rad="101600">
                    <a:schemeClr val="accent1">
                      <a:satMod val="175000"/>
                      <a:alpha val="40000"/>
                    </a:schemeClr>
                  </a:glow>
                  <a:outerShdw blurRad="76200" dist="50800" dir="5400000" algn="tl" rotWithShape="0">
                    <a:srgbClr val="000000">
                      <a:alpha val="65000"/>
                    </a:srgbClr>
                  </a:outerShdw>
                </a:effectLst>
                <a:latin typeface="Berlin Sans FB Demi" pitchFamily="34" charset="0"/>
              </a:rPr>
              <a:t>LICENSURE PROCESS</a:t>
            </a:r>
          </a:p>
        </p:txBody>
      </p:sp>
    </p:spTree>
    <p:extLst>
      <p:ext uri="{BB962C8B-B14F-4D97-AF65-F5344CB8AC3E}">
        <p14:creationId xmlns:p14="http://schemas.microsoft.com/office/powerpoint/2010/main" val="10729433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27. Is </a:t>
            </a:r>
            <a:r>
              <a:rPr lang="en-GB" dirty="0">
                <a:solidFill>
                  <a:schemeClr val="tx1"/>
                </a:solidFill>
              </a:rPr>
              <a:t>membership to the accredited professional organization for teachers mandatory for all LET passers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No</a:t>
            </a:r>
            <a:endParaRPr lang="en-PH" dirty="0">
              <a:solidFill>
                <a:schemeClr val="tx1"/>
              </a:solidFill>
            </a:endParaRPr>
          </a:p>
          <a:p>
            <a:pPr marL="514350" indent="-514350" algn="l">
              <a:buFont typeface="+mj-lt"/>
              <a:buAutoNum type="alphaUcPeriod"/>
            </a:pPr>
            <a:r>
              <a:rPr lang="en-GB" dirty="0" smtClean="0">
                <a:solidFill>
                  <a:schemeClr val="tx1"/>
                </a:solidFill>
              </a:rPr>
              <a:t>Yes</a:t>
            </a:r>
            <a:r>
              <a:rPr lang="en-GB" dirty="0">
                <a:solidFill>
                  <a:schemeClr val="tx1"/>
                </a:solidFill>
              </a:rPr>
              <a:t>, when the teacher is already teaching</a:t>
            </a:r>
            <a:endParaRPr lang="en-PH" dirty="0">
              <a:solidFill>
                <a:schemeClr val="tx1"/>
              </a:solidFill>
            </a:endParaRPr>
          </a:p>
          <a:p>
            <a:pPr marL="514350" indent="-514350" algn="l">
              <a:buFont typeface="+mj-lt"/>
              <a:buAutoNum type="alphaUcPeriod"/>
            </a:pPr>
            <a:r>
              <a:rPr lang="en-GB" dirty="0" smtClean="0">
                <a:solidFill>
                  <a:schemeClr val="tx1"/>
                </a:solidFill>
              </a:rPr>
              <a:t>Yes</a:t>
            </a:r>
            <a:endParaRPr lang="en-PH" dirty="0">
              <a:solidFill>
                <a:schemeClr val="tx1"/>
              </a:solidFill>
            </a:endParaRPr>
          </a:p>
          <a:p>
            <a:pPr marL="514350" indent="-514350" algn="l">
              <a:buFont typeface="+mj-lt"/>
              <a:buAutoNum type="alphaUcPeriod"/>
            </a:pPr>
            <a:r>
              <a:rPr lang="en-GB" dirty="0" smtClean="0">
                <a:solidFill>
                  <a:schemeClr val="tx1"/>
                </a:solidFill>
              </a:rPr>
              <a:t>Only </a:t>
            </a:r>
            <a:r>
              <a:rPr lang="en-GB" dirty="0">
                <a:solidFill>
                  <a:schemeClr val="tx1"/>
                </a:solidFill>
              </a:rPr>
              <a:t>for LET passers who are not repeaters</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88911" y="1465730"/>
            <a:ext cx="5366411" cy="4303860"/>
          </a:xfrm>
          <a:prstGeom prst="rect">
            <a:avLst/>
          </a:prstGeom>
          <a:solidFill>
            <a:schemeClr val="bg2"/>
          </a:solidFill>
          <a:ln>
            <a:noFill/>
          </a:ln>
          <a:effectLst>
            <a:glow rad="228600">
              <a:schemeClr val="accent5">
                <a:satMod val="175000"/>
                <a:alpha val="40000"/>
              </a:schemeClr>
            </a:glow>
          </a:effectLst>
        </p:spPr>
        <p:style>
          <a:lnRef idx="1">
            <a:schemeClr val="accent1"/>
          </a:lnRef>
          <a:fillRef idx="2">
            <a:schemeClr val="accent1"/>
          </a:fillRef>
          <a:effectRef idx="1">
            <a:schemeClr val="accent1"/>
          </a:effectRef>
          <a:fontRef idx="minor">
            <a:schemeClr val="dk1"/>
          </a:fontRef>
        </p:style>
        <p:txBody>
          <a:bodyPr lIns="82058" tIns="41029" rIns="82058" bIns="41029" anchor="ctr"/>
          <a:lstStyle/>
          <a:p>
            <a:pPr>
              <a:defRPr/>
            </a:pPr>
            <a:endParaRPr lang="en-US" sz="29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tx1">
                    <a:alpha val="60000"/>
                  </a:schemeClr>
                </a:glow>
                <a:outerShdw blurRad="41275" dist="12700" dir="12000000" algn="tl" rotWithShape="0">
                  <a:srgbClr val="000000">
                    <a:alpha val="40000"/>
                  </a:srgbClr>
                </a:outerShdw>
              </a:effectLst>
              <a:latin typeface="Bauhaus 93" pitchFamily="82" charset="0"/>
            </a:endParaRPr>
          </a:p>
          <a:p>
            <a:pPr>
              <a:defRPr/>
            </a:pPr>
            <a:endParaRPr lang="en-US" sz="29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tx1">
                    <a:alpha val="60000"/>
                  </a:schemeClr>
                </a:glow>
                <a:outerShdw blurRad="41275" dist="12700" dir="12000000" algn="tl" rotWithShape="0">
                  <a:srgbClr val="000000">
                    <a:alpha val="40000"/>
                  </a:srgbClr>
                </a:outerShdw>
              </a:effectLst>
              <a:latin typeface="Bauhaus 93" pitchFamily="82" charset="0"/>
            </a:endParaRPr>
          </a:p>
          <a:p>
            <a:pPr>
              <a:defRPr/>
            </a:pPr>
            <a:endParaRPr lang="en-US" sz="29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tx1">
                    <a:alpha val="60000"/>
                  </a:schemeClr>
                </a:glow>
                <a:outerShdw blurRad="41275" dist="12700" dir="12000000" algn="tl" rotWithShape="0">
                  <a:srgbClr val="000000">
                    <a:alpha val="40000"/>
                  </a:srgbClr>
                </a:outerShdw>
              </a:effectLst>
              <a:latin typeface="Bauhaus 93" pitchFamily="82" charset="0"/>
            </a:endParaRPr>
          </a:p>
          <a:p>
            <a:pPr algn="just"/>
            <a:r>
              <a:rPr lang="en-US" sz="2900" b="1" dirty="0"/>
              <a:t>NOPTI is a non-profit, non-political, and non-stock Corporation. RA 7836 provides that “the teaching profession shall be integrated into national organization” and was recognized as the only accredited professional organization for teachers in the country.</a:t>
            </a:r>
          </a:p>
          <a:p>
            <a:pPr>
              <a:defRPr/>
            </a:pPr>
            <a:endParaRPr lang="en-US" sz="29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tx1">
                    <a:alpha val="60000"/>
                  </a:schemeClr>
                </a:glow>
                <a:outerShdw blurRad="41275" dist="12700" dir="12000000" algn="tl" rotWithShape="0">
                  <a:srgbClr val="000000">
                    <a:alpha val="40000"/>
                  </a:srgbClr>
                </a:outerShdw>
              </a:effectLst>
              <a:latin typeface="Bauhaus 93" pitchFamily="82" charset="0"/>
            </a:endParaRPr>
          </a:p>
          <a:p>
            <a:pPr>
              <a:defRPr/>
            </a:pPr>
            <a:endParaRPr lang="en-US" sz="29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tx1">
                    <a:alpha val="60000"/>
                  </a:schemeClr>
                </a:glow>
                <a:outerShdw blurRad="41275" dist="12700" dir="12000000" algn="tl" rotWithShape="0">
                  <a:srgbClr val="000000">
                    <a:alpha val="40000"/>
                  </a:srgbClr>
                </a:outerShdw>
              </a:effectLst>
              <a:latin typeface="Bauhaus 93" pitchFamily="82" charset="0"/>
            </a:endParaRPr>
          </a:p>
          <a:p>
            <a:pPr>
              <a:defRPr/>
            </a:pPr>
            <a:r>
              <a:rPr lang="en-US" sz="29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101600">
                    <a:schemeClr val="tx1">
                      <a:alpha val="60000"/>
                    </a:schemeClr>
                  </a:glow>
                  <a:outerShdw blurRad="41275" dist="12700" dir="12000000" algn="tl" rotWithShape="0">
                    <a:srgbClr val="000000">
                      <a:alpha val="40000"/>
                    </a:srgbClr>
                  </a:outerShdw>
                </a:effectLst>
                <a:latin typeface="Bauhaus 93" pitchFamily="82" charset="0"/>
              </a:rPr>
              <a:t> </a:t>
            </a:r>
          </a:p>
        </p:txBody>
      </p:sp>
      <p:sp>
        <p:nvSpPr>
          <p:cNvPr id="12" name="Rectangle 11"/>
          <p:cNvSpPr/>
          <p:nvPr/>
        </p:nvSpPr>
        <p:spPr>
          <a:xfrm>
            <a:off x="421386" y="4930914"/>
            <a:ext cx="7135887" cy="1190855"/>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3600" b="1" dirty="0">
                <a:latin typeface="Berlin Sans FB Demi" panose="020E0802020502020306" pitchFamily="34" charset="0"/>
              </a:rPr>
              <a:t>Accrediting body for CPD programs</a:t>
            </a:r>
          </a:p>
        </p:txBody>
      </p:sp>
      <p:sp>
        <p:nvSpPr>
          <p:cNvPr id="11" name="Rectangle 10"/>
          <p:cNvSpPr/>
          <p:nvPr/>
        </p:nvSpPr>
        <p:spPr>
          <a:xfrm>
            <a:off x="1321620" y="3795673"/>
            <a:ext cx="7473229" cy="1190855"/>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3600" b="1" dirty="0">
                <a:latin typeface="Berlin Sans FB Demi" panose="020E0802020502020306" pitchFamily="34" charset="0"/>
              </a:rPr>
              <a:t>Open to public and private teachers.</a:t>
            </a:r>
          </a:p>
        </p:txBody>
      </p:sp>
      <p:sp>
        <p:nvSpPr>
          <p:cNvPr id="9" name="Rectangle 8"/>
          <p:cNvSpPr/>
          <p:nvPr/>
        </p:nvSpPr>
        <p:spPr>
          <a:xfrm>
            <a:off x="2386976" y="1542115"/>
            <a:ext cx="6407874" cy="1059114"/>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3200" b="1" dirty="0">
                <a:latin typeface="Berlin Sans FB Demi" panose="020E0802020502020306" pitchFamily="34" charset="0"/>
              </a:rPr>
              <a:t>Not mandatory but is encouraged.</a:t>
            </a:r>
          </a:p>
        </p:txBody>
      </p:sp>
      <p:sp>
        <p:nvSpPr>
          <p:cNvPr id="10" name="Rectangle 9"/>
          <p:cNvSpPr/>
          <p:nvPr/>
        </p:nvSpPr>
        <p:spPr>
          <a:xfrm>
            <a:off x="1970123" y="2497018"/>
            <a:ext cx="4681616" cy="1421687"/>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2900" b="1" dirty="0">
                <a:latin typeface="Berlin Sans FB Demi" panose="020E0802020502020306" pitchFamily="34" charset="0"/>
              </a:rPr>
              <a:t>It is not a labor but a PROFESSIONAL Organization  </a:t>
            </a:r>
          </a:p>
        </p:txBody>
      </p:sp>
      <p:sp>
        <p:nvSpPr>
          <p:cNvPr id="3" name="TextBox 2"/>
          <p:cNvSpPr txBox="1"/>
          <p:nvPr/>
        </p:nvSpPr>
        <p:spPr>
          <a:xfrm>
            <a:off x="2091704" y="484094"/>
            <a:ext cx="7436253" cy="975411"/>
          </a:xfrm>
          <a:prstGeom prst="rect">
            <a:avLst/>
          </a:prstGeom>
          <a:noFill/>
        </p:spPr>
        <p:txBody>
          <a:bodyPr wrap="square" lIns="82058" tIns="41029" rIns="82058" bIns="41029" rtlCol="0">
            <a:spAutoFit/>
          </a:bodyPr>
          <a:lstStyle/>
          <a:p>
            <a:r>
              <a:rPr lang="en-US" sz="2900" b="1" dirty="0">
                <a:ln w="12700">
                  <a:solidFill>
                    <a:schemeClr val="tx1"/>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National Organization of </a:t>
            </a:r>
          </a:p>
          <a:p>
            <a:r>
              <a:rPr lang="en-US" sz="2900" b="1" dirty="0">
                <a:ln w="12700">
                  <a:solidFill>
                    <a:schemeClr val="tx1"/>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Professional Teachers, INC</a:t>
            </a:r>
          </a:p>
        </p:txBody>
      </p:sp>
      <p:sp>
        <p:nvSpPr>
          <p:cNvPr id="5" name="TextBox 4"/>
          <p:cNvSpPr txBox="1"/>
          <p:nvPr/>
        </p:nvSpPr>
        <p:spPr>
          <a:xfrm>
            <a:off x="239471" y="2810433"/>
            <a:ext cx="2164299" cy="467580"/>
          </a:xfrm>
          <a:prstGeom prst="rect">
            <a:avLst/>
          </a:prstGeom>
          <a:solidFill>
            <a:schemeClr val="tx1"/>
          </a:solidFill>
        </p:spPr>
        <p:txBody>
          <a:bodyPr wrap="square" lIns="82058" tIns="41029" rIns="82058" bIns="41029"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5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haroni" pitchFamily="2" charset="-79"/>
                <a:cs typeface="Aharoni" pitchFamily="2" charset="-79"/>
              </a:rPr>
              <a:t>MISSION</a:t>
            </a:r>
          </a:p>
        </p:txBody>
      </p:sp>
      <p:sp>
        <p:nvSpPr>
          <p:cNvPr id="6" name="TextBox 5"/>
          <p:cNvSpPr txBox="1"/>
          <p:nvPr/>
        </p:nvSpPr>
        <p:spPr>
          <a:xfrm>
            <a:off x="297486" y="3276600"/>
            <a:ext cx="2279871" cy="2560461"/>
          </a:xfrm>
          <a:prstGeom prst="rect">
            <a:avLst/>
          </a:prstGeom>
          <a:noFill/>
        </p:spPr>
        <p:txBody>
          <a:bodyPr wrap="square" lIns="82058" tIns="41029" rIns="82058" bIns="41029" rtlCol="0">
            <a:spAutoFit/>
          </a:bodyPr>
          <a:lstStyle/>
          <a:p>
            <a:pPr algn="ctr">
              <a:defRPr/>
            </a:pPr>
            <a:r>
              <a:rPr lang="en-US" sz="2300" b="1" dirty="0"/>
              <a:t>To contribute to the development of a strong progressive nation and global quality education…</a:t>
            </a:r>
          </a:p>
        </p:txBody>
      </p:sp>
      <p:pic>
        <p:nvPicPr>
          <p:cNvPr id="8" name="Picture 7" descr="office_blue_pen.png"/>
          <p:cNvPicPr>
            <a:picLocks noChangeAspect="1"/>
          </p:cNvPicPr>
          <p:nvPr/>
        </p:nvPicPr>
        <p:blipFill>
          <a:blip r:embed="rId3" cstate="print"/>
          <a:stretch>
            <a:fillRect/>
          </a:stretch>
        </p:blipFill>
        <p:spPr>
          <a:xfrm rot="1119500">
            <a:off x="7762530" y="3339972"/>
            <a:ext cx="729097" cy="2876252"/>
          </a:xfrm>
          <a:prstGeom prst="rect">
            <a:avLst/>
          </a:prstGeom>
          <a:ln>
            <a:noFill/>
          </a:ln>
          <a:effectLst>
            <a:glow rad="1397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4" name="AutoShape 4" descr="Image result for NOPTI logo"/>
          <p:cNvSpPr>
            <a:spLocks noChangeAspect="1" noChangeArrowheads="1"/>
          </p:cNvSpPr>
          <p:nvPr/>
        </p:nvSpPr>
        <p:spPr bwMode="auto">
          <a:xfrm>
            <a:off x="126480" y="-144462"/>
            <a:ext cx="247798"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2058" tIns="41029" rIns="82058" bIns="41029" numCol="1" anchor="t" anchorCtr="0" compatLnSpc="1">
            <a:prstTxWarp prst="textNoShape">
              <a:avLst/>
            </a:prstTxWarp>
          </a:bodyPr>
          <a:lstStyle/>
          <a:p>
            <a:endParaRPr lang="en-US"/>
          </a:p>
        </p:txBody>
      </p:sp>
      <p:sp>
        <p:nvSpPr>
          <p:cNvPr id="15" name="AutoShape 6" descr="Image result for NOPTI logo"/>
          <p:cNvSpPr>
            <a:spLocks noChangeAspect="1" noChangeArrowheads="1"/>
          </p:cNvSpPr>
          <p:nvPr/>
        </p:nvSpPr>
        <p:spPr bwMode="auto">
          <a:xfrm>
            <a:off x="250379" y="7938"/>
            <a:ext cx="247798"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2058" tIns="41029" rIns="82058" bIns="41029"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670" y="462391"/>
            <a:ext cx="1635459" cy="1956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651568" y="1600200"/>
            <a:ext cx="5277403" cy="3962400"/>
          </a:xfrm>
          <a:prstGeom prst="rect">
            <a:avLst/>
          </a:prstGeom>
          <a:solidFill>
            <a:schemeClr val="bg2"/>
          </a:solidFill>
          <a:ln>
            <a:noFill/>
          </a:ln>
          <a:effectLst>
            <a:glow rad="228600">
              <a:schemeClr val="accent5">
                <a:satMod val="175000"/>
                <a:alpha val="40000"/>
              </a:schemeClr>
            </a:glow>
          </a:effectLst>
        </p:spPr>
        <p:style>
          <a:lnRef idx="1">
            <a:schemeClr val="accent1"/>
          </a:lnRef>
          <a:fillRef idx="2">
            <a:schemeClr val="accent1"/>
          </a:fillRef>
          <a:effectRef idx="1">
            <a:schemeClr val="accent1"/>
          </a:effectRef>
          <a:fontRef idx="minor">
            <a:schemeClr val="dk1"/>
          </a:fontRef>
        </p:style>
        <p:txBody>
          <a:bodyPr lIns="82058" tIns="41029" rIns="82058" bIns="41029" anchor="ctr"/>
          <a:lstStyle/>
          <a:p>
            <a:pPr algn="just"/>
            <a:endPar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lgn="just"/>
            <a:endPar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lgn="just"/>
            <a:endParaRPr lang="en-US" sz="43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lgn="just"/>
            <a:r>
              <a:rPr lang="en-US" sz="59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rPr>
              <a:t>VISION:</a:t>
            </a:r>
          </a:p>
          <a:p>
            <a:pPr algn="just"/>
            <a:r>
              <a:rPr lang="en-US" sz="3200" b="1" dirty="0"/>
              <a:t>To be the premier teachers organization in the Philippines dedicated to the realization of the highest quality education for all Filipinos…</a:t>
            </a:r>
          </a:p>
          <a:p>
            <a:pPr algn="just"/>
            <a:endPar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defRPr/>
            </a:pPr>
            <a:endPar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defRPr/>
            </a:pPr>
            <a:endPar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defRPr/>
            </a:pPr>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rPr>
              <a:t> </a:t>
            </a:r>
          </a:p>
        </p:txBody>
      </p:sp>
    </p:spTree>
    <p:extLst>
      <p:ext uri="{BB962C8B-B14F-4D97-AF65-F5344CB8AC3E}">
        <p14:creationId xmlns:p14="http://schemas.microsoft.com/office/powerpoint/2010/main" val="12699174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xit" presetSubtype="4" fill="hold" grpId="1" nodeType="clickEffect">
                                  <p:stCondLst>
                                    <p:cond delay="0"/>
                                  </p:stCondLst>
                                  <p:childTnLst>
                                    <p:animEffect transition="out" filter="slide(fromBottom)">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strVal val="#ppt_h"/>
                                          </p:val>
                                        </p:tav>
                                        <p:tav tm="100000">
                                          <p:val>
                                            <p:strVal val="#ppt_h"/>
                                          </p:val>
                                        </p:tav>
                                      </p:tavLst>
                                    </p:anim>
                                  </p:childTnLst>
                                </p:cTn>
                              </p:par>
                              <p:par>
                                <p:cTn id="27" presetID="17" presetClass="entr" presetSubtype="1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500"/>
                                        <p:tgtEl>
                                          <p:spTgt spid="7"/>
                                        </p:tgtEl>
                                      </p:cBhvr>
                                    </p:animEffect>
                                    <p:set>
                                      <p:cBhvr>
                                        <p:cTn id="35" dur="1" fill="hold">
                                          <p:stCondLst>
                                            <p:cond delay="499"/>
                                          </p:stCondLst>
                                        </p:cTn>
                                        <p:tgtEl>
                                          <p:spTgt spid="7"/>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5"/>
                                        </p:tgtEl>
                                      </p:cBhvr>
                                    </p:animEffect>
                                    <p:set>
                                      <p:cBhvr>
                                        <p:cTn id="41" dur="1" fill="hold">
                                          <p:stCondLst>
                                            <p:cond delay="499"/>
                                          </p:stCondLst>
                                        </p:cTn>
                                        <p:tgtEl>
                                          <p:spTgt spid="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randombar(horizontal)">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randombar(horizontal)">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randombar(horizontal)">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randombar(horizontal)">
                                      <p:cBhvr>
                                        <p:cTn id="6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12" grpId="0" animBg="1"/>
      <p:bldP spid="11" grpId="0" animBg="1"/>
      <p:bldP spid="9" grpId="0" animBg="1"/>
      <p:bldP spid="10" grpId="0" animBg="1"/>
      <p:bldP spid="5" grpId="0" animBg="1"/>
      <p:bldP spid="5" grpId="1" animBg="1"/>
      <p:bldP spid="6" grpId="0"/>
      <p:bldP spid="6" grpId="1"/>
      <p:bldP spid="7" grpId="0" animBg="1"/>
      <p:bldP spid="7"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28. Teacher </a:t>
            </a:r>
            <a:r>
              <a:rPr lang="en-GB" dirty="0">
                <a:solidFill>
                  <a:schemeClr val="tx1"/>
                </a:solidFill>
              </a:rPr>
              <a:t>Kevin has not practiced his profession for the past five years. Can he go back to teaching immediately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Yes</a:t>
            </a:r>
            <a:r>
              <a:rPr lang="en-GB" dirty="0">
                <a:solidFill>
                  <a:schemeClr val="tx1"/>
                </a:solidFill>
              </a:rPr>
              <a:t>, if nobody can take his </a:t>
            </a:r>
            <a:r>
              <a:rPr lang="en-GB" dirty="0" smtClean="0">
                <a:solidFill>
                  <a:schemeClr val="tx1"/>
                </a:solidFill>
              </a:rPr>
              <a:t>place</a:t>
            </a:r>
          </a:p>
          <a:p>
            <a:pPr marL="514350" indent="-514350" algn="l">
              <a:buFont typeface="+mj-lt"/>
              <a:buAutoNum type="alphaUcPeriod"/>
            </a:pPr>
            <a:r>
              <a:rPr lang="en-GB" dirty="0" smtClean="0">
                <a:solidFill>
                  <a:schemeClr val="tx1"/>
                </a:solidFill>
              </a:rPr>
              <a:t>No</a:t>
            </a:r>
            <a:r>
              <a:rPr lang="en-GB" dirty="0">
                <a:solidFill>
                  <a:schemeClr val="tx1"/>
                </a:solidFill>
              </a:rPr>
              <a:t>, unless he has enrolled in refresher course of 12 units		</a:t>
            </a:r>
            <a:endParaRPr lang="en-GB" dirty="0" smtClean="0">
              <a:solidFill>
                <a:schemeClr val="tx1"/>
              </a:solidFill>
            </a:endParaRPr>
          </a:p>
          <a:p>
            <a:pPr marL="514350" indent="-514350" algn="l">
              <a:buFont typeface="+mj-lt"/>
              <a:buAutoNum type="alphaUcPeriod"/>
            </a:pPr>
            <a:r>
              <a:rPr lang="en-GB" dirty="0" smtClean="0">
                <a:solidFill>
                  <a:schemeClr val="tx1"/>
                </a:solidFill>
              </a:rPr>
              <a:t>No</a:t>
            </a:r>
            <a:endParaRPr lang="en-PH" dirty="0">
              <a:solidFill>
                <a:schemeClr val="tx1"/>
              </a:solidFill>
            </a:endParaRPr>
          </a:p>
          <a:p>
            <a:pPr marL="514350" indent="-514350" algn="l">
              <a:buFont typeface="+mj-lt"/>
              <a:buAutoNum type="alphaUcPeriod"/>
            </a:pPr>
            <a:r>
              <a:rPr lang="en-GB" dirty="0" smtClean="0">
                <a:solidFill>
                  <a:schemeClr val="tx1"/>
                </a:solidFill>
              </a:rPr>
              <a:t>Yes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17156" y="392124"/>
            <a:ext cx="7005569" cy="576919"/>
          </a:xfrm>
          <a:prstGeom prst="rect">
            <a:avLst/>
          </a:prstGeom>
          <a:noFill/>
        </p:spPr>
        <p:txBody>
          <a:bodyPr wrap="square" lIns="102409" tIns="51205" rIns="102409" bIns="51205" rtlCol="0">
            <a:spAutoFit/>
          </a:bodyPr>
          <a:lstStyle/>
          <a:p>
            <a:pPr algn="ctr"/>
            <a:r>
              <a:rPr lang="en-US" sz="31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Sec 2. Sec 26 (b) of RA 9293</a:t>
            </a:r>
          </a:p>
        </p:txBody>
      </p:sp>
      <p:sp>
        <p:nvSpPr>
          <p:cNvPr id="5" name="TextBox 4"/>
          <p:cNvSpPr txBox="1"/>
          <p:nvPr/>
        </p:nvSpPr>
        <p:spPr>
          <a:xfrm>
            <a:off x="1" y="1086175"/>
            <a:ext cx="9143999" cy="576919"/>
          </a:xfrm>
          <a:prstGeom prst="rect">
            <a:avLst/>
          </a:prstGeom>
          <a:solidFill>
            <a:schemeClr val="tx1"/>
          </a:solidFill>
        </p:spPr>
        <p:txBody>
          <a:bodyPr wrap="square" lIns="102409" tIns="51205" rIns="102409" bIns="51205" rtlCol="0">
            <a:spAutoFit/>
          </a:bodyPr>
          <a:lstStyle/>
          <a:p>
            <a:pPr algn="ctr"/>
            <a:r>
              <a:rPr lang="en-US" sz="31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Professionals who have not practiced for 5 years</a:t>
            </a:r>
          </a:p>
        </p:txBody>
      </p:sp>
      <p:pic>
        <p:nvPicPr>
          <p:cNvPr id="6" name="Picture 2" descr="C:\Users\prince\Desktop\vintage-paper-scroll-backgrounds-wallpapers.jpg"/>
          <p:cNvPicPr>
            <a:picLocks noChangeAspect="1" noChangeArrowheads="1"/>
          </p:cNvPicPr>
          <p:nvPr/>
        </p:nvPicPr>
        <p:blipFill>
          <a:blip r:embed="rId3" cstate="print"/>
          <a:srcRect l="6953" t="10612" r="7453" b="7725"/>
          <a:stretch>
            <a:fillRect/>
          </a:stretch>
        </p:blipFill>
        <p:spPr bwMode="auto">
          <a:xfrm>
            <a:off x="1011961" y="1898941"/>
            <a:ext cx="7241390" cy="4165709"/>
          </a:xfrm>
          <a:prstGeom prst="rect">
            <a:avLst/>
          </a:prstGeom>
          <a:noFill/>
          <a:ln w="9525">
            <a:noFill/>
            <a:miter lim="800000"/>
            <a:headEnd/>
            <a:tailEnd/>
          </a:ln>
        </p:spPr>
      </p:pic>
      <p:sp>
        <p:nvSpPr>
          <p:cNvPr id="7" name="Rectangle 6"/>
          <p:cNvSpPr/>
          <p:nvPr/>
        </p:nvSpPr>
        <p:spPr>
          <a:xfrm>
            <a:off x="1389415" y="1995057"/>
            <a:ext cx="6590806" cy="2534845"/>
          </a:xfrm>
          <a:prstGeom prst="rect">
            <a:avLst/>
          </a:prstGeom>
        </p:spPr>
        <p:txBody>
          <a:bodyPr wrap="square" lIns="102409" tIns="51205" rIns="102409" bIns="51205">
            <a:spAutoFit/>
          </a:bodyPr>
          <a:lstStyle/>
          <a:p>
            <a:pPr algn="ctr">
              <a:defRPr/>
            </a:pPr>
            <a:endParaRPr lang="en-US" sz="3600" b="1" dirty="0">
              <a:ln>
                <a:solidFill>
                  <a:schemeClr val="bg2"/>
                </a:solidFill>
              </a:ln>
              <a:latin typeface="Berlin Sans FB Demi" pitchFamily="34" charset="0"/>
            </a:endParaRPr>
          </a:p>
          <a:p>
            <a:pPr algn="ctr">
              <a:defRPr/>
            </a:pPr>
            <a:r>
              <a:rPr lang="en-US" sz="4300" b="1" dirty="0">
                <a:ln>
                  <a:solidFill>
                    <a:schemeClr val="bg2"/>
                  </a:solidFill>
                </a:ln>
                <a:latin typeface="Berlin Sans FB Demi" pitchFamily="34" charset="0"/>
              </a:rPr>
              <a:t>Shall take at least </a:t>
            </a:r>
            <a:r>
              <a:rPr lang="en-US" sz="4300" b="1" dirty="0">
                <a:ln>
                  <a:solidFill>
                    <a:schemeClr val="bg2"/>
                  </a:solidFill>
                </a:ln>
                <a:solidFill>
                  <a:srgbClr val="FF0000"/>
                </a:solidFill>
                <a:latin typeface="Berlin Sans FB Demi" pitchFamily="34" charset="0"/>
              </a:rPr>
              <a:t>12 units </a:t>
            </a:r>
            <a:r>
              <a:rPr lang="en-US" sz="4300" b="1" dirty="0">
                <a:ln>
                  <a:solidFill>
                    <a:schemeClr val="bg2"/>
                  </a:solidFill>
                </a:ln>
                <a:latin typeface="Berlin Sans FB Demi" pitchFamily="34" charset="0"/>
              </a:rPr>
              <a:t>of education courses.</a:t>
            </a:r>
          </a:p>
          <a:p>
            <a:pPr algn="ctr">
              <a:defRPr/>
            </a:pPr>
            <a:endParaRPr lang="en-US" sz="3600" b="1" dirty="0">
              <a:ln>
                <a:solidFill>
                  <a:schemeClr val="bg2"/>
                </a:solidFill>
              </a:ln>
              <a:latin typeface="Berlin Sans FB Demi" pitchFamily="34" charset="0"/>
            </a:endParaRPr>
          </a:p>
        </p:txBody>
      </p:sp>
      <p:sp>
        <p:nvSpPr>
          <p:cNvPr id="8" name="TextBox 7"/>
          <p:cNvSpPr txBox="1"/>
          <p:nvPr/>
        </p:nvSpPr>
        <p:spPr>
          <a:xfrm>
            <a:off x="2278088" y="4186953"/>
            <a:ext cx="4799610" cy="657408"/>
          </a:xfrm>
          <a:prstGeom prst="rect">
            <a:avLst/>
          </a:prstGeom>
          <a:solidFill>
            <a:schemeClr val="bg2"/>
          </a:solidFill>
          <a:ln w="19050">
            <a:solidFill>
              <a:schemeClr val="tx1"/>
            </a:solidFill>
          </a:ln>
        </p:spPr>
        <p:txBody>
          <a:bodyPr wrap="square" lIns="102409" tIns="51205" rIns="102409" bIns="51205" rtlCol="0">
            <a:spAutoFit/>
          </a:bodyPr>
          <a:lstStyle/>
          <a:p>
            <a:pPr algn="ctr"/>
            <a:r>
              <a:rPr lang="en-US" sz="3600" b="1" dirty="0">
                <a:ln w="12700">
                  <a:solidFill>
                    <a:schemeClr val="accent4">
                      <a:lumMod val="60000"/>
                      <a:lumOff val="40000"/>
                    </a:schemeClr>
                  </a:solidFill>
                  <a:prstDash val="solid"/>
                </a:ln>
                <a:effectLst>
                  <a:outerShdw blurRad="41275" dist="20320" dir="1800000" algn="tl" rotWithShape="0">
                    <a:srgbClr val="000000">
                      <a:alpha val="40000"/>
                    </a:srgbClr>
                  </a:outerShdw>
                </a:effectLst>
                <a:latin typeface="Berlin Sans FB Demi" pitchFamily="34" charset="0"/>
              </a:rPr>
              <a:t>6 units of pedagogy</a:t>
            </a:r>
          </a:p>
        </p:txBody>
      </p:sp>
      <p:sp>
        <p:nvSpPr>
          <p:cNvPr id="9" name="TextBox 8"/>
          <p:cNvSpPr txBox="1"/>
          <p:nvPr/>
        </p:nvSpPr>
        <p:spPr>
          <a:xfrm>
            <a:off x="2656120" y="4148448"/>
            <a:ext cx="4160321" cy="1211406"/>
          </a:xfrm>
          <a:prstGeom prst="rect">
            <a:avLst/>
          </a:prstGeom>
          <a:solidFill>
            <a:schemeClr val="bg2"/>
          </a:solidFill>
          <a:ln w="19050">
            <a:solidFill>
              <a:schemeClr val="tx1"/>
            </a:solidFill>
          </a:ln>
        </p:spPr>
        <p:txBody>
          <a:bodyPr wrap="square" lIns="102409" tIns="51205" rIns="102409" bIns="51205" rtlCol="0">
            <a:spAutoFit/>
          </a:bodyPr>
          <a:lstStyle/>
          <a:p>
            <a:pPr algn="ctr"/>
            <a:r>
              <a:rPr lang="en-US" sz="3600" b="1" dirty="0">
                <a:ln w="12700">
                  <a:solidFill>
                    <a:schemeClr val="accent4">
                      <a:lumMod val="60000"/>
                      <a:lumOff val="40000"/>
                    </a:schemeClr>
                  </a:solidFill>
                  <a:prstDash val="solid"/>
                </a:ln>
                <a:effectLst>
                  <a:outerShdw blurRad="41275" dist="20320" dir="1800000" algn="tl" rotWithShape="0">
                    <a:srgbClr val="000000">
                      <a:alpha val="40000"/>
                    </a:srgbClr>
                  </a:outerShdw>
                </a:effectLst>
                <a:latin typeface="Berlin Sans FB Demi" pitchFamily="34" charset="0"/>
              </a:rPr>
              <a:t>6 units of content courses</a:t>
            </a:r>
          </a:p>
        </p:txBody>
      </p:sp>
    </p:spTree>
    <p:extLst>
      <p:ext uri="{BB962C8B-B14F-4D97-AF65-F5344CB8AC3E}">
        <p14:creationId xmlns:p14="http://schemas.microsoft.com/office/powerpoint/2010/main" val="55522162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xit" presetSubtype="4" fill="hold" grpId="1" nodeType="clickEffect">
                                  <p:stCondLst>
                                    <p:cond delay="0"/>
                                  </p:stCondLst>
                                  <p:childTnLst>
                                    <p:animEffect transition="out" filter="slide(fromBottom)">
                                      <p:cBhvr>
                                        <p:cTn id="25" dur="500"/>
                                        <p:tgtEl>
                                          <p:spTgt spid="8"/>
                                        </p:tgtEl>
                                      </p:cBhvr>
                                    </p:animEffect>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53"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fltVal val="0"/>
                                          </p:val>
                                        </p:tav>
                                        <p:tav tm="100000">
                                          <p:val>
                                            <p:strVal val="#ppt_w"/>
                                          </p:val>
                                        </p:tav>
                                      </p:tavLst>
                                    </p:anim>
                                    <p:anim calcmode="lin" valueType="num">
                                      <p:cBhvr>
                                        <p:cTn id="32" dur="500" fill="hold"/>
                                        <p:tgtEl>
                                          <p:spTgt spid="9"/>
                                        </p:tgtEl>
                                        <p:attrNameLst>
                                          <p:attrName>ppt_h</p:attrName>
                                        </p:attrNameLst>
                                      </p:cBhvr>
                                      <p:tavLst>
                                        <p:tav tm="0">
                                          <p:val>
                                            <p:fltVal val="0"/>
                                          </p:val>
                                        </p:tav>
                                        <p:tav tm="100000">
                                          <p:val>
                                            <p:strVal val="#ppt_h"/>
                                          </p:val>
                                        </p:tav>
                                      </p:tavLst>
                                    </p:anim>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8" grpId="1"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29. Can </a:t>
            </a:r>
            <a:r>
              <a:rPr lang="en-GB" dirty="0">
                <a:solidFill>
                  <a:schemeClr val="tx1"/>
                </a:solidFill>
              </a:rPr>
              <a:t>Manny Pacquiao be given a special permit to teach boxing in a special school</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No</a:t>
            </a:r>
            <a:r>
              <a:rPr lang="en-GB" dirty="0">
                <a:solidFill>
                  <a:schemeClr val="tx1"/>
                </a:solidFill>
              </a:rPr>
              <a:t>, he is not a teacher education graduate</a:t>
            </a:r>
            <a:endParaRPr lang="en-PH" dirty="0">
              <a:solidFill>
                <a:schemeClr val="tx1"/>
              </a:solidFill>
            </a:endParaRPr>
          </a:p>
          <a:p>
            <a:pPr marL="514350" indent="-514350" algn="l">
              <a:buFont typeface="+mj-lt"/>
              <a:buAutoNum type="alphaUcPeriod"/>
            </a:pPr>
            <a:r>
              <a:rPr lang="en-GB" dirty="0" smtClean="0">
                <a:solidFill>
                  <a:schemeClr val="tx1"/>
                </a:solidFill>
              </a:rPr>
              <a:t>No</a:t>
            </a:r>
            <a:r>
              <a:rPr lang="en-GB" dirty="0">
                <a:solidFill>
                  <a:schemeClr val="tx1"/>
                </a:solidFill>
              </a:rPr>
              <a:t>, he has not passed the LET</a:t>
            </a:r>
            <a:endParaRPr lang="en-PH" dirty="0">
              <a:solidFill>
                <a:schemeClr val="tx1"/>
              </a:solidFill>
            </a:endParaRPr>
          </a:p>
          <a:p>
            <a:pPr marL="514350" indent="-514350" algn="l">
              <a:buFont typeface="+mj-lt"/>
              <a:buAutoNum type="alphaUcPeriod"/>
            </a:pPr>
            <a:r>
              <a:rPr lang="en-GB" dirty="0" smtClean="0">
                <a:solidFill>
                  <a:schemeClr val="tx1"/>
                </a:solidFill>
              </a:rPr>
              <a:t>Yes</a:t>
            </a:r>
            <a:r>
              <a:rPr lang="en-GB" dirty="0">
                <a:solidFill>
                  <a:schemeClr val="tx1"/>
                </a:solidFill>
              </a:rPr>
              <a:t>, he is a graduate of ALS</a:t>
            </a:r>
            <a:endParaRPr lang="en-PH" dirty="0">
              <a:solidFill>
                <a:schemeClr val="tx1"/>
              </a:solidFill>
            </a:endParaRPr>
          </a:p>
          <a:p>
            <a:pPr marL="514350" indent="-514350" algn="l">
              <a:buFont typeface="+mj-lt"/>
              <a:buAutoNum type="alphaUcPeriod"/>
            </a:pPr>
            <a:r>
              <a:rPr lang="en-GB" dirty="0" smtClean="0">
                <a:solidFill>
                  <a:schemeClr val="tx1"/>
                </a:solidFill>
              </a:rPr>
              <a:t>Yes</a:t>
            </a:r>
            <a:r>
              <a:rPr lang="en-GB" dirty="0">
                <a:solidFill>
                  <a:schemeClr val="tx1"/>
                </a:solidFill>
              </a:rPr>
              <a:t>, he has excelled and gained international recognition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prince\Desktop\vintage-paper-scroll-backgrounds-wallpapers.jpg"/>
          <p:cNvPicPr>
            <a:picLocks noChangeAspect="1" noChangeArrowheads="1"/>
          </p:cNvPicPr>
          <p:nvPr/>
        </p:nvPicPr>
        <p:blipFill>
          <a:blip r:embed="rId3" cstate="print"/>
          <a:srcRect l="6953" t="10612" r="7453" b="7725"/>
          <a:stretch>
            <a:fillRect/>
          </a:stretch>
        </p:blipFill>
        <p:spPr bwMode="auto">
          <a:xfrm>
            <a:off x="1011961" y="1898941"/>
            <a:ext cx="7241390" cy="4165709"/>
          </a:xfrm>
          <a:prstGeom prst="rect">
            <a:avLst/>
          </a:prstGeom>
          <a:noFill/>
          <a:ln w="9525">
            <a:noFill/>
            <a:miter lim="800000"/>
            <a:headEnd/>
            <a:tailEnd/>
          </a:ln>
        </p:spPr>
      </p:pic>
      <p:sp>
        <p:nvSpPr>
          <p:cNvPr id="7" name="Rectangle 6"/>
          <p:cNvSpPr/>
          <p:nvPr/>
        </p:nvSpPr>
        <p:spPr>
          <a:xfrm>
            <a:off x="1389415" y="1995058"/>
            <a:ext cx="6590806" cy="3304286"/>
          </a:xfrm>
          <a:prstGeom prst="rect">
            <a:avLst/>
          </a:prstGeom>
        </p:spPr>
        <p:txBody>
          <a:bodyPr wrap="square" lIns="102409" tIns="51205" rIns="102409" bIns="51205">
            <a:spAutoFit/>
          </a:bodyPr>
          <a:lstStyle/>
          <a:p>
            <a:pPr algn="ctr">
              <a:defRPr/>
            </a:pPr>
            <a:endParaRPr lang="en-US" sz="3600" b="1" dirty="0">
              <a:ln>
                <a:solidFill>
                  <a:schemeClr val="bg2"/>
                </a:solidFill>
              </a:ln>
              <a:latin typeface="Berlin Sans FB Demi" pitchFamily="34" charset="0"/>
            </a:endParaRPr>
          </a:p>
          <a:p>
            <a:pPr algn="ctr">
              <a:defRPr/>
            </a:pPr>
            <a:r>
              <a:rPr lang="en-US" sz="4300" b="1" dirty="0">
                <a:ln>
                  <a:solidFill>
                    <a:schemeClr val="bg2"/>
                  </a:solidFill>
                </a:ln>
                <a:latin typeface="Berlin Sans FB Demi" pitchFamily="34" charset="0"/>
              </a:rPr>
              <a:t>May be issued to a person who has excelled and </a:t>
            </a:r>
            <a:r>
              <a:rPr lang="en-US" sz="4300" b="1" dirty="0">
                <a:ln>
                  <a:solidFill>
                    <a:schemeClr val="bg2"/>
                  </a:solidFill>
                </a:ln>
                <a:solidFill>
                  <a:srgbClr val="FF0000"/>
                </a:solidFill>
                <a:latin typeface="Berlin Sans FB Demi" pitchFamily="34" charset="0"/>
              </a:rPr>
              <a:t>gained international recognition</a:t>
            </a:r>
            <a:endParaRPr lang="en-US" sz="3600" b="1" dirty="0">
              <a:ln>
                <a:solidFill>
                  <a:schemeClr val="bg2"/>
                </a:solidFill>
              </a:ln>
              <a:solidFill>
                <a:srgbClr val="FF0000"/>
              </a:solidFill>
              <a:latin typeface="Berlin Sans FB Demi" pitchFamily="34" charset="0"/>
            </a:endParaRPr>
          </a:p>
        </p:txBody>
      </p:sp>
      <p:sp>
        <p:nvSpPr>
          <p:cNvPr id="3" name="TextBox 2"/>
          <p:cNvSpPr txBox="1"/>
          <p:nvPr/>
        </p:nvSpPr>
        <p:spPr>
          <a:xfrm>
            <a:off x="1117156" y="392124"/>
            <a:ext cx="7005569" cy="576919"/>
          </a:xfrm>
          <a:prstGeom prst="rect">
            <a:avLst/>
          </a:prstGeom>
          <a:noFill/>
        </p:spPr>
        <p:txBody>
          <a:bodyPr wrap="square" lIns="102409" tIns="51205" rIns="102409" bIns="51205" rtlCol="0">
            <a:spAutoFit/>
          </a:bodyPr>
          <a:lstStyle/>
          <a:p>
            <a:pPr algn="ctr"/>
            <a:r>
              <a:rPr lang="en-US" sz="3100" b="1" dirty="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Sec 2. Sec 26 (b) of RA 9293</a:t>
            </a:r>
          </a:p>
        </p:txBody>
      </p:sp>
      <p:sp>
        <p:nvSpPr>
          <p:cNvPr id="5" name="TextBox 4"/>
          <p:cNvSpPr txBox="1"/>
          <p:nvPr/>
        </p:nvSpPr>
        <p:spPr>
          <a:xfrm>
            <a:off x="1" y="1086175"/>
            <a:ext cx="9143999" cy="576919"/>
          </a:xfrm>
          <a:prstGeom prst="rect">
            <a:avLst/>
          </a:prstGeom>
          <a:solidFill>
            <a:schemeClr val="tx1"/>
          </a:solidFill>
        </p:spPr>
        <p:txBody>
          <a:bodyPr wrap="square" lIns="102409" tIns="51205" rIns="102409" bIns="51205" rtlCol="0">
            <a:spAutoFit/>
          </a:bodyPr>
          <a:lstStyle/>
          <a:p>
            <a:pPr algn="ctr"/>
            <a:r>
              <a:rPr lang="en-US" sz="31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A Special Permit for teaching…</a:t>
            </a:r>
            <a:endParaRPr lang="en-US" sz="31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endParaRPr>
          </a:p>
        </p:txBody>
      </p:sp>
      <p:pic>
        <p:nvPicPr>
          <p:cNvPr id="10" name="Picture 2" descr="C:\Users\prince\Desktop\vintage-paper-scroll-backgrounds-wallpapers.jpg"/>
          <p:cNvPicPr>
            <a:picLocks noChangeAspect="1" noChangeArrowheads="1"/>
          </p:cNvPicPr>
          <p:nvPr/>
        </p:nvPicPr>
        <p:blipFill>
          <a:blip r:embed="rId3" cstate="print"/>
          <a:srcRect l="6953" t="10612" r="7453" b="7725"/>
          <a:stretch>
            <a:fillRect/>
          </a:stretch>
        </p:blipFill>
        <p:spPr bwMode="auto">
          <a:xfrm>
            <a:off x="986561" y="1984029"/>
            <a:ext cx="7241390" cy="4165709"/>
          </a:xfrm>
          <a:prstGeom prst="rect">
            <a:avLst/>
          </a:prstGeom>
          <a:noFill/>
          <a:ln w="9525">
            <a:noFill/>
            <a:miter lim="800000"/>
            <a:headEnd/>
            <a:tailEnd/>
          </a:ln>
        </p:spPr>
      </p:pic>
      <p:sp>
        <p:nvSpPr>
          <p:cNvPr id="11" name="Rectangle 10"/>
          <p:cNvSpPr/>
          <p:nvPr/>
        </p:nvSpPr>
        <p:spPr>
          <a:xfrm>
            <a:off x="1364015" y="2080146"/>
            <a:ext cx="6590806" cy="3304286"/>
          </a:xfrm>
          <a:prstGeom prst="rect">
            <a:avLst/>
          </a:prstGeom>
        </p:spPr>
        <p:txBody>
          <a:bodyPr wrap="square" lIns="102409" tIns="51205" rIns="102409" bIns="51205">
            <a:spAutoFit/>
          </a:bodyPr>
          <a:lstStyle/>
          <a:p>
            <a:pPr algn="ctr">
              <a:defRPr/>
            </a:pPr>
            <a:endParaRPr lang="en-US" sz="3600" b="1" dirty="0">
              <a:ln>
                <a:solidFill>
                  <a:schemeClr val="bg2"/>
                </a:solidFill>
              </a:ln>
              <a:latin typeface="Berlin Sans FB Demi" pitchFamily="34" charset="0"/>
            </a:endParaRPr>
          </a:p>
          <a:p>
            <a:pPr algn="ctr">
              <a:defRPr/>
            </a:pPr>
            <a:r>
              <a:rPr lang="en-US" sz="4300" b="1" dirty="0" smtClean="0">
                <a:ln>
                  <a:solidFill>
                    <a:schemeClr val="bg2"/>
                  </a:solidFill>
                </a:ln>
                <a:latin typeface="Berlin Sans FB Demi" pitchFamily="34" charset="0"/>
              </a:rPr>
              <a:t>And may </a:t>
            </a:r>
            <a:r>
              <a:rPr lang="en-US" sz="4300" b="1" dirty="0">
                <a:ln>
                  <a:solidFill>
                    <a:schemeClr val="bg2"/>
                  </a:solidFill>
                </a:ln>
                <a:latin typeface="Berlin Sans FB Demi" pitchFamily="34" charset="0"/>
              </a:rPr>
              <a:t>also be issued to widely acknowledged </a:t>
            </a:r>
            <a:r>
              <a:rPr lang="en-US" sz="4300" b="1" dirty="0">
                <a:ln>
                  <a:solidFill>
                    <a:schemeClr val="bg2"/>
                  </a:solidFill>
                </a:ln>
                <a:solidFill>
                  <a:srgbClr val="FF0000"/>
                </a:solidFill>
                <a:latin typeface="Berlin Sans FB Demi" pitchFamily="34" charset="0"/>
              </a:rPr>
              <a:t>expert </a:t>
            </a:r>
            <a:r>
              <a:rPr lang="en-US" sz="4300" b="1" dirty="0">
                <a:ln>
                  <a:solidFill>
                    <a:schemeClr val="bg2"/>
                  </a:solidFill>
                </a:ln>
                <a:latin typeface="Berlin Sans FB Demi" pitchFamily="34" charset="0"/>
              </a:rPr>
              <a:t>in his field of specialization. </a:t>
            </a:r>
            <a:endParaRPr lang="en-US" sz="3600" b="1" dirty="0">
              <a:ln>
                <a:solidFill>
                  <a:schemeClr val="bg2"/>
                </a:solidFill>
              </a:ln>
              <a:latin typeface="Berlin Sans FB Demi" pitchFamily="34" charset="0"/>
            </a:endParaRPr>
          </a:p>
        </p:txBody>
      </p:sp>
    </p:spTree>
    <p:extLst>
      <p:ext uri="{BB962C8B-B14F-4D97-AF65-F5344CB8AC3E}">
        <p14:creationId xmlns:p14="http://schemas.microsoft.com/office/powerpoint/2010/main" val="78862040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30. To </a:t>
            </a:r>
            <a:r>
              <a:rPr lang="en-GB" dirty="0">
                <a:solidFill>
                  <a:schemeClr val="tx1"/>
                </a:solidFill>
              </a:rPr>
              <a:t>whose responsibility is assigned by the Philippine Constitution to the establishment, maintenance and support </a:t>
            </a:r>
            <a:r>
              <a:rPr lang="en-GB" dirty="0" smtClean="0">
                <a:solidFill>
                  <a:schemeClr val="tx1"/>
                </a:solidFill>
              </a:rPr>
              <a:t>of </a:t>
            </a:r>
            <a:r>
              <a:rPr lang="en-GB" dirty="0">
                <a:solidFill>
                  <a:schemeClr val="tx1"/>
                </a:solidFill>
              </a:rPr>
              <a:t>complete, adequate, and integrated system of education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citizens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legislators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state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local governments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notebook_paper.jpg"/>
          <p:cNvPicPr>
            <a:picLocks noChangeAspect="1"/>
          </p:cNvPicPr>
          <p:nvPr/>
        </p:nvPicPr>
        <p:blipFill>
          <a:blip r:embed="rId2" cstate="print"/>
          <a:stretch>
            <a:fillRect/>
          </a:stretch>
        </p:blipFill>
        <p:spPr>
          <a:xfrm rot="-180000">
            <a:off x="402844" y="911750"/>
            <a:ext cx="7954112" cy="4744228"/>
          </a:xfrm>
          <a:prstGeom prst="rect">
            <a:avLst/>
          </a:prstGeom>
        </p:spPr>
      </p:pic>
      <p:pic>
        <p:nvPicPr>
          <p:cNvPr id="14" name="Picture 13" descr="push pin.png"/>
          <p:cNvPicPr>
            <a:picLocks noChangeAspect="1"/>
          </p:cNvPicPr>
          <p:nvPr/>
        </p:nvPicPr>
        <p:blipFill>
          <a:blip r:embed="rId3" cstate="print"/>
          <a:stretch>
            <a:fillRect/>
          </a:stretch>
        </p:blipFill>
        <p:spPr>
          <a:xfrm>
            <a:off x="306973" y="1860127"/>
            <a:ext cx="681445" cy="703895"/>
          </a:xfrm>
          <a:prstGeom prst="rect">
            <a:avLst/>
          </a:prstGeom>
        </p:spPr>
      </p:pic>
      <p:sp>
        <p:nvSpPr>
          <p:cNvPr id="16" name="TextBox 15"/>
          <p:cNvSpPr txBox="1"/>
          <p:nvPr/>
        </p:nvSpPr>
        <p:spPr>
          <a:xfrm>
            <a:off x="762000" y="990600"/>
            <a:ext cx="7467600" cy="4576397"/>
          </a:xfrm>
          <a:prstGeom prst="rect">
            <a:avLst/>
          </a:prstGeom>
          <a:noFill/>
        </p:spPr>
        <p:txBody>
          <a:bodyPr wrap="square" lIns="82058" tIns="41029" rIns="82058" bIns="41029" rtlCol="0">
            <a:spAutoFit/>
          </a:bodyPr>
          <a:lstStyle/>
          <a:p>
            <a:r>
              <a:rPr lang="en-US" sz="4000" dirty="0"/>
              <a:t>Section 2. The </a:t>
            </a:r>
            <a:r>
              <a:rPr lang="en-US" sz="4000" dirty="0">
                <a:solidFill>
                  <a:srgbClr val="FF0000"/>
                </a:solidFill>
              </a:rPr>
              <a:t>State</a:t>
            </a:r>
            <a:r>
              <a:rPr lang="en-US" sz="4000" dirty="0"/>
              <a:t> shall:</a:t>
            </a:r>
            <a:r>
              <a:rPr lang="en-US" sz="3200" dirty="0"/>
              <a:t>	</a:t>
            </a:r>
            <a:endParaRPr lang="en-US" sz="3200" dirty="0" smtClean="0"/>
          </a:p>
          <a:p>
            <a:endParaRPr lang="en-US" sz="3200" dirty="0" smtClean="0"/>
          </a:p>
          <a:p>
            <a:r>
              <a:rPr lang="en-US" sz="4400" dirty="0" smtClean="0"/>
              <a:t>“(</a:t>
            </a:r>
            <a:r>
              <a:rPr lang="en-US" sz="4400" dirty="0"/>
              <a:t>1) </a:t>
            </a:r>
            <a:r>
              <a:rPr lang="en-US" sz="4400" dirty="0">
                <a:solidFill>
                  <a:srgbClr val="FF0000"/>
                </a:solidFill>
              </a:rPr>
              <a:t>Establish</a:t>
            </a:r>
            <a:r>
              <a:rPr lang="en-US" sz="4400" dirty="0"/>
              <a:t>, </a:t>
            </a:r>
            <a:r>
              <a:rPr lang="en-US" sz="4400" dirty="0">
                <a:solidFill>
                  <a:srgbClr val="FF0000"/>
                </a:solidFill>
              </a:rPr>
              <a:t>maintain</a:t>
            </a:r>
            <a:r>
              <a:rPr lang="en-US" sz="4400" dirty="0"/>
              <a:t>, and </a:t>
            </a:r>
            <a:r>
              <a:rPr lang="en-US" sz="4400" dirty="0">
                <a:solidFill>
                  <a:srgbClr val="FF0000"/>
                </a:solidFill>
              </a:rPr>
              <a:t>support</a:t>
            </a:r>
            <a:r>
              <a:rPr lang="en-US" sz="4400" dirty="0"/>
              <a:t> a </a:t>
            </a:r>
            <a:r>
              <a:rPr lang="en-US" sz="4400" dirty="0">
                <a:solidFill>
                  <a:srgbClr val="FF0000"/>
                </a:solidFill>
              </a:rPr>
              <a:t>complete</a:t>
            </a:r>
            <a:r>
              <a:rPr lang="en-US" sz="4400" dirty="0"/>
              <a:t>, </a:t>
            </a:r>
            <a:r>
              <a:rPr lang="en-US" sz="4400" dirty="0">
                <a:solidFill>
                  <a:srgbClr val="FF0000"/>
                </a:solidFill>
              </a:rPr>
              <a:t>adequate</a:t>
            </a:r>
            <a:r>
              <a:rPr lang="en-US" sz="4400" dirty="0"/>
              <a:t>, and </a:t>
            </a:r>
            <a:r>
              <a:rPr lang="en-US" sz="4400" dirty="0">
                <a:solidFill>
                  <a:srgbClr val="FF0000"/>
                </a:solidFill>
              </a:rPr>
              <a:t>integrated system of education </a:t>
            </a:r>
            <a:r>
              <a:rPr lang="en-US" sz="4400" dirty="0"/>
              <a:t>relevant to the needs of the people and </a:t>
            </a:r>
            <a:r>
              <a:rPr lang="en-US" sz="4400" dirty="0" smtClean="0"/>
              <a:t>society”</a:t>
            </a:r>
            <a:endParaRPr lang="en-US" sz="4400" dirty="0"/>
          </a:p>
        </p:txBody>
      </p:sp>
    </p:spTree>
    <p:extLst>
      <p:ext uri="{BB962C8B-B14F-4D97-AF65-F5344CB8AC3E}">
        <p14:creationId xmlns:p14="http://schemas.microsoft.com/office/powerpoint/2010/main" val="53604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3"/>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strVal val="#ppt_w+.3"/>
                                          </p:val>
                                        </p:tav>
                                        <p:tav tm="100000">
                                          <p:val>
                                            <p:strVal val="#ppt_w"/>
                                          </p:val>
                                        </p:tav>
                                      </p:tavLst>
                                    </p:anim>
                                    <p:anim calcmode="lin" valueType="num">
                                      <p:cBhvr>
                                        <p:cTn id="13" dur="1000" fill="hold"/>
                                        <p:tgtEl>
                                          <p:spTgt spid="14"/>
                                        </p:tgtEl>
                                        <p:attrNameLst>
                                          <p:attrName>ppt_h</p:attrName>
                                        </p:attrNameLst>
                                      </p:cBhvr>
                                      <p:tavLst>
                                        <p:tav tm="0">
                                          <p:val>
                                            <p:strVal val="#ppt_h"/>
                                          </p:val>
                                        </p:tav>
                                        <p:tav tm="100000">
                                          <p:val>
                                            <p:strVal val="#ppt_h"/>
                                          </p:val>
                                        </p:tav>
                                      </p:tavLst>
                                    </p:anim>
                                    <p:animEffect transition="in" filter="fade">
                                      <p:cBhvr>
                                        <p:cTn id="14" dur="1000"/>
                                        <p:tgtEl>
                                          <p:spTgt spid="14"/>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3"/>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31. What </a:t>
            </a:r>
            <a:r>
              <a:rPr lang="en-GB" dirty="0">
                <a:solidFill>
                  <a:schemeClr val="tx1"/>
                </a:solidFill>
              </a:rPr>
              <a:t>program aims to reduce the gap between low social status and educational opportunities for deserving students</a:t>
            </a:r>
            <a:r>
              <a:rPr lang="en-GB" dirty="0" smtClean="0">
                <a:solidFill>
                  <a:schemeClr val="tx1"/>
                </a:solidFill>
              </a:rPr>
              <a:t>?</a:t>
            </a:r>
            <a:endParaRPr lang="en-PH" dirty="0">
              <a:solidFill>
                <a:schemeClr val="tx1"/>
              </a:solidFill>
            </a:endParaRPr>
          </a:p>
          <a:p>
            <a:pPr marL="514350" indent="-514350" algn="l">
              <a:buAutoNum type="alphaUcPeriod"/>
            </a:pPr>
            <a:r>
              <a:rPr lang="en-GB" dirty="0" smtClean="0">
                <a:solidFill>
                  <a:schemeClr val="tx1"/>
                </a:solidFill>
              </a:rPr>
              <a:t>National </a:t>
            </a:r>
            <a:r>
              <a:rPr lang="en-GB" dirty="0">
                <a:solidFill>
                  <a:schemeClr val="tx1"/>
                </a:solidFill>
              </a:rPr>
              <a:t>Achievement Test 				</a:t>
            </a:r>
            <a:endParaRPr lang="en-GB" dirty="0" smtClean="0">
              <a:solidFill>
                <a:schemeClr val="tx1"/>
              </a:solidFill>
            </a:endParaRPr>
          </a:p>
          <a:p>
            <a:pPr marL="514350" indent="-514350" algn="l">
              <a:buAutoNum type="alphaUcPeriod"/>
            </a:pPr>
            <a:r>
              <a:rPr lang="en-GB" dirty="0" smtClean="0">
                <a:solidFill>
                  <a:schemeClr val="tx1"/>
                </a:solidFill>
              </a:rPr>
              <a:t>Education </a:t>
            </a:r>
            <a:r>
              <a:rPr lang="en-GB" dirty="0">
                <a:solidFill>
                  <a:schemeClr val="tx1"/>
                </a:solidFill>
              </a:rPr>
              <a:t>Service Contracting Scheme </a:t>
            </a:r>
            <a:endParaRPr lang="en-GB" dirty="0" smtClean="0">
              <a:solidFill>
                <a:schemeClr val="tx1"/>
              </a:solidFill>
            </a:endParaRPr>
          </a:p>
          <a:p>
            <a:pPr marL="514350" indent="-514350" algn="l">
              <a:buAutoNum type="alphaUcPeriod"/>
            </a:pPr>
            <a:r>
              <a:rPr lang="en-GB" dirty="0" smtClean="0">
                <a:solidFill>
                  <a:schemeClr val="tx1"/>
                </a:solidFill>
              </a:rPr>
              <a:t>Annual </a:t>
            </a:r>
            <a:r>
              <a:rPr lang="en-GB" dirty="0">
                <a:solidFill>
                  <a:schemeClr val="tx1"/>
                </a:solidFill>
              </a:rPr>
              <a:t>Fiscal Allocation </a:t>
            </a:r>
            <a:endParaRPr lang="en-PH" dirty="0">
              <a:solidFill>
                <a:schemeClr val="tx1"/>
              </a:solidFill>
            </a:endParaRPr>
          </a:p>
          <a:p>
            <a:pPr marL="514350" indent="-514350" algn="l">
              <a:buAutoNum type="alphaUcPeriod"/>
            </a:pPr>
            <a:r>
              <a:rPr lang="en-GB" dirty="0" smtClean="0">
                <a:solidFill>
                  <a:schemeClr val="tx1"/>
                </a:solidFill>
              </a:rPr>
              <a:t>National </a:t>
            </a:r>
            <a:r>
              <a:rPr lang="en-GB" dirty="0">
                <a:solidFill>
                  <a:schemeClr val="tx1"/>
                </a:solidFill>
              </a:rPr>
              <a:t>College Admission Examination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321620" y="3795673"/>
            <a:ext cx="7473229" cy="1190855"/>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3600" b="1" dirty="0" smtClean="0">
                <a:latin typeface="Berlin Sans FB Demi" panose="020E0802020502020306" pitchFamily="34" charset="0"/>
              </a:rPr>
              <a:t>Legal basis is RA 8545 (Expanded GASTPE)</a:t>
            </a:r>
            <a:endParaRPr lang="en-US" sz="3600" b="1" dirty="0">
              <a:latin typeface="Berlin Sans FB Demi" panose="020E0802020502020306" pitchFamily="34" charset="0"/>
            </a:endParaRPr>
          </a:p>
        </p:txBody>
      </p:sp>
      <p:sp>
        <p:nvSpPr>
          <p:cNvPr id="9" name="Rectangle 8"/>
          <p:cNvSpPr/>
          <p:nvPr/>
        </p:nvSpPr>
        <p:spPr>
          <a:xfrm>
            <a:off x="2386976" y="1542115"/>
            <a:ext cx="6407874" cy="1067744"/>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3200" b="1" dirty="0" smtClean="0">
                <a:solidFill>
                  <a:srgbClr val="FF0000"/>
                </a:solidFill>
                <a:latin typeface="Berlin Sans FB Demi" panose="020E0802020502020306" pitchFamily="34" charset="0"/>
              </a:rPr>
              <a:t>Partnership </a:t>
            </a:r>
            <a:r>
              <a:rPr lang="en-US" sz="3200" b="1" dirty="0" smtClean="0">
                <a:latin typeface="Berlin Sans FB Demi" panose="020E0802020502020306" pitchFamily="34" charset="0"/>
              </a:rPr>
              <a:t>program by </a:t>
            </a:r>
            <a:r>
              <a:rPr lang="en-US" sz="3200" b="1" dirty="0" err="1" smtClean="0">
                <a:solidFill>
                  <a:srgbClr val="FF0000"/>
                </a:solidFill>
                <a:latin typeface="Berlin Sans FB Demi" panose="020E0802020502020306" pitchFamily="34" charset="0"/>
              </a:rPr>
              <a:t>DepEd</a:t>
            </a:r>
            <a:r>
              <a:rPr lang="en-US" sz="3200" b="1" dirty="0" smtClean="0">
                <a:solidFill>
                  <a:srgbClr val="FF0000"/>
                </a:solidFill>
                <a:latin typeface="Berlin Sans FB Demi" panose="020E0802020502020306" pitchFamily="34" charset="0"/>
              </a:rPr>
              <a:t> </a:t>
            </a:r>
            <a:r>
              <a:rPr lang="en-US" sz="3200" b="1" dirty="0" smtClean="0">
                <a:latin typeface="Berlin Sans FB Demi" panose="020E0802020502020306" pitchFamily="34" charset="0"/>
              </a:rPr>
              <a:t>with </a:t>
            </a:r>
            <a:r>
              <a:rPr lang="en-US" sz="3200" b="1" dirty="0" smtClean="0">
                <a:solidFill>
                  <a:srgbClr val="FF0000"/>
                </a:solidFill>
                <a:latin typeface="Berlin Sans FB Demi" panose="020E0802020502020306" pitchFamily="34" charset="0"/>
              </a:rPr>
              <a:t>private schools</a:t>
            </a:r>
            <a:r>
              <a:rPr lang="en-US" sz="3200" b="1" dirty="0" smtClean="0">
                <a:latin typeface="Berlin Sans FB Demi" panose="020E0802020502020306" pitchFamily="34" charset="0"/>
              </a:rPr>
              <a:t>.</a:t>
            </a:r>
            <a:endParaRPr lang="en-US" sz="3200" b="1" dirty="0">
              <a:latin typeface="Berlin Sans FB Demi" panose="020E0802020502020306" pitchFamily="34" charset="0"/>
            </a:endParaRPr>
          </a:p>
        </p:txBody>
      </p:sp>
      <p:sp>
        <p:nvSpPr>
          <p:cNvPr id="10" name="Rectangle 9"/>
          <p:cNvSpPr/>
          <p:nvPr/>
        </p:nvSpPr>
        <p:spPr>
          <a:xfrm>
            <a:off x="1970123" y="2529789"/>
            <a:ext cx="4681616" cy="975411"/>
          </a:xfrm>
          <a:prstGeom prst="rect">
            <a:avLst/>
          </a:prstGeom>
          <a:ln w="38100">
            <a:prstDash val="dash"/>
          </a:ln>
        </p:spPr>
        <p:style>
          <a:lnRef idx="2">
            <a:schemeClr val="accent2"/>
          </a:lnRef>
          <a:fillRef idx="1">
            <a:schemeClr val="lt1"/>
          </a:fillRef>
          <a:effectRef idx="0">
            <a:schemeClr val="accent2"/>
          </a:effectRef>
          <a:fontRef idx="minor">
            <a:schemeClr val="dk1"/>
          </a:fontRef>
        </p:style>
        <p:txBody>
          <a:bodyPr wrap="square" lIns="82058" tIns="41029" rIns="82058" bIns="41029">
            <a:spAutoFit/>
          </a:bodyPr>
          <a:lstStyle/>
          <a:p>
            <a:pPr algn="ctr"/>
            <a:r>
              <a:rPr lang="en-US" sz="2900" b="1" dirty="0" smtClean="0">
                <a:latin typeface="Berlin Sans FB Demi" panose="020E0802020502020306" pitchFamily="34" charset="0"/>
              </a:rPr>
              <a:t>Aim is to </a:t>
            </a:r>
            <a:r>
              <a:rPr lang="en-US" sz="2900" b="1" dirty="0" smtClean="0">
                <a:solidFill>
                  <a:srgbClr val="FF0000"/>
                </a:solidFill>
                <a:latin typeface="Berlin Sans FB Demi" panose="020E0802020502020306" pitchFamily="34" charset="0"/>
              </a:rPr>
              <a:t>decongest </a:t>
            </a:r>
            <a:r>
              <a:rPr lang="en-US" sz="2900" b="1" dirty="0" smtClean="0">
                <a:latin typeface="Berlin Sans FB Demi" panose="020E0802020502020306" pitchFamily="34" charset="0"/>
              </a:rPr>
              <a:t>overcrowded public schools.</a:t>
            </a:r>
            <a:endParaRPr lang="en-US" sz="2900" b="1" dirty="0">
              <a:latin typeface="Berlin Sans FB Demi" panose="020E0802020502020306" pitchFamily="34" charset="0"/>
            </a:endParaRPr>
          </a:p>
        </p:txBody>
      </p:sp>
      <p:sp>
        <p:nvSpPr>
          <p:cNvPr id="3" name="TextBox 2"/>
          <p:cNvSpPr txBox="1"/>
          <p:nvPr/>
        </p:nvSpPr>
        <p:spPr>
          <a:xfrm>
            <a:off x="126480" y="484094"/>
            <a:ext cx="9401477" cy="636857"/>
          </a:xfrm>
          <a:prstGeom prst="rect">
            <a:avLst/>
          </a:prstGeom>
          <a:noFill/>
        </p:spPr>
        <p:txBody>
          <a:bodyPr wrap="square" lIns="82058" tIns="41029" rIns="82058" bIns="41029" rtlCol="0">
            <a:spAutoFit/>
          </a:bodyPr>
          <a:lstStyle/>
          <a:p>
            <a:r>
              <a:rPr lang="en-US" sz="3600" b="1" dirty="0">
                <a:ln w="12700">
                  <a:solidFill>
                    <a:schemeClr val="tx1"/>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Education </a:t>
            </a:r>
            <a:r>
              <a:rPr lang="en-US" sz="3600" b="1" dirty="0" smtClean="0">
                <a:ln w="12700">
                  <a:solidFill>
                    <a:schemeClr val="tx1"/>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Service Contracting </a:t>
            </a:r>
            <a:r>
              <a:rPr lang="en-US" sz="3600" b="1" dirty="0">
                <a:ln w="12700">
                  <a:solidFill>
                    <a:schemeClr val="tx1"/>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Scheme </a:t>
            </a:r>
          </a:p>
        </p:txBody>
      </p:sp>
      <p:pic>
        <p:nvPicPr>
          <p:cNvPr id="8" name="Picture 7" descr="office_blue_pen.png"/>
          <p:cNvPicPr>
            <a:picLocks noChangeAspect="1"/>
          </p:cNvPicPr>
          <p:nvPr/>
        </p:nvPicPr>
        <p:blipFill>
          <a:blip r:embed="rId3" cstate="print"/>
          <a:stretch>
            <a:fillRect/>
          </a:stretch>
        </p:blipFill>
        <p:spPr>
          <a:xfrm rot="1119500">
            <a:off x="7762530" y="3339972"/>
            <a:ext cx="729097" cy="2876252"/>
          </a:xfrm>
          <a:prstGeom prst="rect">
            <a:avLst/>
          </a:prstGeom>
          <a:ln>
            <a:noFill/>
          </a:ln>
          <a:effectLst>
            <a:glow rad="139700">
              <a:schemeClr val="accent1">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4" name="AutoShape 4" descr="Image result for NOPTI logo"/>
          <p:cNvSpPr>
            <a:spLocks noChangeAspect="1" noChangeArrowheads="1"/>
          </p:cNvSpPr>
          <p:nvPr/>
        </p:nvSpPr>
        <p:spPr bwMode="auto">
          <a:xfrm>
            <a:off x="126480" y="-144462"/>
            <a:ext cx="247798"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2058" tIns="41029" rIns="82058" bIns="41029" numCol="1" anchor="t" anchorCtr="0" compatLnSpc="1">
            <a:prstTxWarp prst="textNoShape">
              <a:avLst/>
            </a:prstTxWarp>
          </a:bodyPr>
          <a:lstStyle/>
          <a:p>
            <a:endParaRPr lang="en-US"/>
          </a:p>
        </p:txBody>
      </p:sp>
      <p:sp>
        <p:nvSpPr>
          <p:cNvPr id="15" name="AutoShape 6" descr="Image result for NOPTI logo"/>
          <p:cNvSpPr>
            <a:spLocks noChangeAspect="1" noChangeArrowheads="1"/>
          </p:cNvSpPr>
          <p:nvPr/>
        </p:nvSpPr>
        <p:spPr bwMode="auto">
          <a:xfrm>
            <a:off x="250379" y="7938"/>
            <a:ext cx="247798"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82058" tIns="41029" rIns="82058" bIns="41029" numCol="1" anchor="t" anchorCtr="0" compatLnSpc="1">
            <a:prstTxWarp prst="textNoShape">
              <a:avLst/>
            </a:prstTxWarp>
          </a:bodyPr>
          <a:lstStyle/>
          <a:p>
            <a:endParaRPr lang="en-US"/>
          </a:p>
        </p:txBody>
      </p:sp>
      <p:sp>
        <p:nvSpPr>
          <p:cNvPr id="7" name="Rectangle 6"/>
          <p:cNvSpPr/>
          <p:nvPr/>
        </p:nvSpPr>
        <p:spPr>
          <a:xfrm>
            <a:off x="916059" y="1393927"/>
            <a:ext cx="7694541" cy="4397273"/>
          </a:xfrm>
          <a:prstGeom prst="rect">
            <a:avLst/>
          </a:prstGeom>
          <a:solidFill>
            <a:schemeClr val="bg2"/>
          </a:solidFill>
          <a:ln>
            <a:noFill/>
          </a:ln>
          <a:effectLst>
            <a:glow rad="228600">
              <a:schemeClr val="accent5">
                <a:satMod val="175000"/>
                <a:alpha val="40000"/>
              </a:schemeClr>
            </a:glow>
          </a:effectLst>
        </p:spPr>
        <p:style>
          <a:lnRef idx="1">
            <a:schemeClr val="accent1"/>
          </a:lnRef>
          <a:fillRef idx="2">
            <a:schemeClr val="accent1"/>
          </a:fillRef>
          <a:effectRef idx="1">
            <a:schemeClr val="accent1"/>
          </a:effectRef>
          <a:fontRef idx="minor">
            <a:schemeClr val="dk1"/>
          </a:fontRef>
        </p:style>
        <p:txBody>
          <a:bodyPr lIns="82058" tIns="41029" rIns="82058" bIns="41029" anchor="ctr"/>
          <a:lstStyle/>
          <a:p>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endParaRPr lang="en-US" sz="32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r>
              <a:rPr lang="en-US" sz="4400" dirty="0"/>
              <a:t>The </a:t>
            </a:r>
            <a:r>
              <a:rPr lang="en-US" sz="4400" dirty="0">
                <a:solidFill>
                  <a:srgbClr val="FF0000"/>
                </a:solidFill>
              </a:rPr>
              <a:t>ESC </a:t>
            </a:r>
            <a:r>
              <a:rPr lang="en-US" sz="6600" dirty="0" smtClean="0">
                <a:solidFill>
                  <a:srgbClr val="FF0000"/>
                </a:solidFill>
              </a:rPr>
              <a:t>program</a:t>
            </a:r>
            <a:r>
              <a:rPr lang="en-US" sz="4400" dirty="0" smtClean="0">
                <a:solidFill>
                  <a:srgbClr val="FF0000"/>
                </a:solidFill>
              </a:rPr>
              <a:t> </a:t>
            </a:r>
            <a:r>
              <a:rPr lang="en-US" sz="4400" dirty="0" smtClean="0"/>
              <a:t>bestows </a:t>
            </a:r>
            <a:r>
              <a:rPr lang="en-US" sz="4400" dirty="0"/>
              <a:t>grants to ‘</a:t>
            </a:r>
            <a:r>
              <a:rPr lang="en-US" sz="4400" dirty="0">
                <a:solidFill>
                  <a:srgbClr val="FF0000"/>
                </a:solidFill>
              </a:rPr>
              <a:t>poor but deserving</a:t>
            </a:r>
            <a:r>
              <a:rPr lang="en-US" sz="4400" dirty="0"/>
              <a:t>’ elementary graduates to attend private secondary schools subcontracted by the government. </a:t>
            </a:r>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defRPr/>
            </a:pPr>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defRPr/>
            </a:pPr>
            <a:endPar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a:p>
            <a:pPr>
              <a:defRPr/>
            </a:pPr>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rPr>
              <a:t> </a:t>
            </a: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Bauhaus 93" pitchFamily="82" charset="0"/>
            </a:endParaRPr>
          </a:p>
        </p:txBody>
      </p:sp>
    </p:spTree>
    <p:extLst>
      <p:ext uri="{BB962C8B-B14F-4D97-AF65-F5344CB8AC3E}">
        <p14:creationId xmlns:p14="http://schemas.microsoft.com/office/powerpoint/2010/main" val="33499652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0"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notebook_paper.jpg"/>
          <p:cNvPicPr>
            <a:picLocks noChangeAspect="1"/>
          </p:cNvPicPr>
          <p:nvPr/>
        </p:nvPicPr>
        <p:blipFill>
          <a:blip r:embed="rId2" cstate="print"/>
          <a:stretch>
            <a:fillRect/>
          </a:stretch>
        </p:blipFill>
        <p:spPr>
          <a:xfrm rot="-180000">
            <a:off x="402844" y="911750"/>
            <a:ext cx="7954112" cy="4744228"/>
          </a:xfrm>
          <a:prstGeom prst="rect">
            <a:avLst/>
          </a:prstGeom>
        </p:spPr>
      </p:pic>
      <p:pic>
        <p:nvPicPr>
          <p:cNvPr id="14" name="Picture 13" descr="push pin.png"/>
          <p:cNvPicPr>
            <a:picLocks noChangeAspect="1"/>
          </p:cNvPicPr>
          <p:nvPr/>
        </p:nvPicPr>
        <p:blipFill>
          <a:blip r:embed="rId3" cstate="print"/>
          <a:stretch>
            <a:fillRect/>
          </a:stretch>
        </p:blipFill>
        <p:spPr>
          <a:xfrm>
            <a:off x="306973" y="1860127"/>
            <a:ext cx="681445" cy="703895"/>
          </a:xfrm>
          <a:prstGeom prst="rect">
            <a:avLst/>
          </a:prstGeom>
        </p:spPr>
      </p:pic>
      <p:sp>
        <p:nvSpPr>
          <p:cNvPr id="16" name="TextBox 15"/>
          <p:cNvSpPr txBox="1"/>
          <p:nvPr/>
        </p:nvSpPr>
        <p:spPr>
          <a:xfrm>
            <a:off x="762000" y="990600"/>
            <a:ext cx="7467600" cy="4514842"/>
          </a:xfrm>
          <a:prstGeom prst="rect">
            <a:avLst/>
          </a:prstGeom>
          <a:noFill/>
        </p:spPr>
        <p:txBody>
          <a:bodyPr wrap="square" lIns="82058" tIns="41029" rIns="82058" bIns="41029" rtlCol="0">
            <a:spAutoFit/>
          </a:bodyPr>
          <a:lstStyle/>
          <a:p>
            <a:r>
              <a:rPr lang="en-US" sz="4000" dirty="0"/>
              <a:t>Section 2. The </a:t>
            </a:r>
            <a:r>
              <a:rPr lang="en-US" sz="4000" dirty="0">
                <a:solidFill>
                  <a:srgbClr val="FF0000"/>
                </a:solidFill>
              </a:rPr>
              <a:t>State</a:t>
            </a:r>
            <a:r>
              <a:rPr lang="en-US" sz="4000" dirty="0"/>
              <a:t> shall:</a:t>
            </a:r>
            <a:r>
              <a:rPr lang="en-US" sz="3200" dirty="0"/>
              <a:t>	</a:t>
            </a:r>
            <a:endParaRPr lang="en-US" sz="3200" dirty="0" smtClean="0"/>
          </a:p>
          <a:p>
            <a:endParaRPr lang="en-US" sz="3200" dirty="0" smtClean="0"/>
          </a:p>
          <a:p>
            <a:r>
              <a:rPr lang="en-US" sz="4400" dirty="0" smtClean="0"/>
              <a:t>“</a:t>
            </a:r>
            <a:r>
              <a:rPr lang="en-US" sz="3200" dirty="0" smtClean="0"/>
              <a:t>(3) </a:t>
            </a:r>
            <a:r>
              <a:rPr lang="en-US" sz="3200" dirty="0"/>
              <a:t>Establish and maintain a system of </a:t>
            </a:r>
            <a:r>
              <a:rPr lang="en-US" sz="3200" dirty="0">
                <a:solidFill>
                  <a:srgbClr val="FF0000"/>
                </a:solidFill>
              </a:rPr>
              <a:t>scholarship grants</a:t>
            </a:r>
            <a:r>
              <a:rPr lang="en-US" sz="3200" dirty="0"/>
              <a:t>, student loan programs, subsidies, and other incentives which shall be available to </a:t>
            </a:r>
            <a:r>
              <a:rPr lang="en-US" sz="3200" dirty="0">
                <a:solidFill>
                  <a:srgbClr val="FF0000"/>
                </a:solidFill>
              </a:rPr>
              <a:t>deserving students </a:t>
            </a:r>
            <a:r>
              <a:rPr lang="en-US" sz="3200" dirty="0"/>
              <a:t>in both public and private schools, </a:t>
            </a:r>
            <a:r>
              <a:rPr lang="en-US" sz="3200" dirty="0">
                <a:solidFill>
                  <a:srgbClr val="FF0000"/>
                </a:solidFill>
              </a:rPr>
              <a:t>especially to </a:t>
            </a:r>
            <a:r>
              <a:rPr lang="en-US" sz="3200" dirty="0" smtClean="0">
                <a:solidFill>
                  <a:srgbClr val="FF0000"/>
                </a:solidFill>
              </a:rPr>
              <a:t>the underprivileged</a:t>
            </a:r>
            <a:r>
              <a:rPr lang="en-US" sz="3200" dirty="0" smtClean="0"/>
              <a:t>.</a:t>
            </a:r>
            <a:r>
              <a:rPr lang="en-US" sz="4400" dirty="0" smtClean="0"/>
              <a:t>”</a:t>
            </a:r>
            <a:endParaRPr lang="en-US" sz="4400" dirty="0"/>
          </a:p>
        </p:txBody>
      </p:sp>
    </p:spTree>
    <p:extLst>
      <p:ext uri="{BB962C8B-B14F-4D97-AF65-F5344CB8AC3E}">
        <p14:creationId xmlns:p14="http://schemas.microsoft.com/office/powerpoint/2010/main" val="210390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3"/>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strVal val="#ppt_w+.3"/>
                                          </p:val>
                                        </p:tav>
                                        <p:tav tm="100000">
                                          <p:val>
                                            <p:strVal val="#ppt_w"/>
                                          </p:val>
                                        </p:tav>
                                      </p:tavLst>
                                    </p:anim>
                                    <p:anim calcmode="lin" valueType="num">
                                      <p:cBhvr>
                                        <p:cTn id="13" dur="1000" fill="hold"/>
                                        <p:tgtEl>
                                          <p:spTgt spid="14"/>
                                        </p:tgtEl>
                                        <p:attrNameLst>
                                          <p:attrName>ppt_h</p:attrName>
                                        </p:attrNameLst>
                                      </p:cBhvr>
                                      <p:tavLst>
                                        <p:tav tm="0">
                                          <p:val>
                                            <p:strVal val="#ppt_h"/>
                                          </p:val>
                                        </p:tav>
                                        <p:tav tm="100000">
                                          <p:val>
                                            <p:strVal val="#ppt_h"/>
                                          </p:val>
                                        </p:tav>
                                      </p:tavLst>
                                    </p:anim>
                                    <p:animEffect transition="in" filter="fade">
                                      <p:cBhvr>
                                        <p:cTn id="14" dur="1000"/>
                                        <p:tgtEl>
                                          <p:spTgt spid="14"/>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3"/>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notebook_paper.jpg"/>
          <p:cNvPicPr>
            <a:picLocks noChangeAspect="1"/>
          </p:cNvPicPr>
          <p:nvPr/>
        </p:nvPicPr>
        <p:blipFill>
          <a:blip r:embed="rId2" cstate="print"/>
          <a:stretch>
            <a:fillRect/>
          </a:stretch>
        </p:blipFill>
        <p:spPr>
          <a:xfrm rot="-180000">
            <a:off x="402844" y="911750"/>
            <a:ext cx="7954112" cy="4744228"/>
          </a:xfrm>
          <a:prstGeom prst="rect">
            <a:avLst/>
          </a:prstGeom>
        </p:spPr>
      </p:pic>
      <p:pic>
        <p:nvPicPr>
          <p:cNvPr id="14" name="Picture 13" descr="push pin.png"/>
          <p:cNvPicPr>
            <a:picLocks noChangeAspect="1"/>
          </p:cNvPicPr>
          <p:nvPr/>
        </p:nvPicPr>
        <p:blipFill>
          <a:blip r:embed="rId3" cstate="print"/>
          <a:stretch>
            <a:fillRect/>
          </a:stretch>
        </p:blipFill>
        <p:spPr>
          <a:xfrm>
            <a:off x="306973" y="1860127"/>
            <a:ext cx="681445" cy="703895"/>
          </a:xfrm>
          <a:prstGeom prst="rect">
            <a:avLst/>
          </a:prstGeom>
        </p:spPr>
      </p:pic>
      <p:sp>
        <p:nvSpPr>
          <p:cNvPr id="16" name="TextBox 15"/>
          <p:cNvSpPr txBox="1"/>
          <p:nvPr/>
        </p:nvSpPr>
        <p:spPr>
          <a:xfrm>
            <a:off x="762000" y="990600"/>
            <a:ext cx="7467600" cy="4822618"/>
          </a:xfrm>
          <a:prstGeom prst="rect">
            <a:avLst/>
          </a:prstGeom>
          <a:noFill/>
        </p:spPr>
        <p:txBody>
          <a:bodyPr wrap="square" lIns="82058" tIns="41029" rIns="82058" bIns="41029" rtlCol="0">
            <a:spAutoFit/>
          </a:bodyPr>
          <a:lstStyle/>
          <a:p>
            <a:r>
              <a:rPr lang="en-US" sz="4400" dirty="0" smtClean="0"/>
              <a:t>Section 11. </a:t>
            </a:r>
            <a:r>
              <a:rPr lang="en-US" sz="4400" dirty="0">
                <a:solidFill>
                  <a:srgbClr val="FF0000"/>
                </a:solidFill>
              </a:rPr>
              <a:t>Scholarships</a:t>
            </a:r>
            <a:r>
              <a:rPr lang="en-US" sz="4400" dirty="0"/>
              <a:t>, grants-in-aid, or other forms of incentives shall be provided to </a:t>
            </a:r>
            <a:r>
              <a:rPr lang="en-US" sz="4400" dirty="0">
                <a:solidFill>
                  <a:srgbClr val="FF0000"/>
                </a:solidFill>
              </a:rPr>
              <a:t>deserving</a:t>
            </a:r>
            <a:r>
              <a:rPr lang="en-US" sz="4400" dirty="0"/>
              <a:t> science students, researchers, scientists, inventors, technologists, and </a:t>
            </a:r>
            <a:r>
              <a:rPr lang="en-US" sz="4400" dirty="0">
                <a:solidFill>
                  <a:srgbClr val="FF0000"/>
                </a:solidFill>
              </a:rPr>
              <a:t>specially gifted citizens</a:t>
            </a:r>
            <a:r>
              <a:rPr lang="en-US" sz="4400" dirty="0"/>
              <a:t>.</a:t>
            </a:r>
          </a:p>
        </p:txBody>
      </p:sp>
    </p:spTree>
    <p:extLst>
      <p:ext uri="{BB962C8B-B14F-4D97-AF65-F5344CB8AC3E}">
        <p14:creationId xmlns:p14="http://schemas.microsoft.com/office/powerpoint/2010/main" val="392219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3"/>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strVal val="#ppt_w+.3"/>
                                          </p:val>
                                        </p:tav>
                                        <p:tav tm="100000">
                                          <p:val>
                                            <p:strVal val="#ppt_w"/>
                                          </p:val>
                                        </p:tav>
                                      </p:tavLst>
                                    </p:anim>
                                    <p:anim calcmode="lin" valueType="num">
                                      <p:cBhvr>
                                        <p:cTn id="13" dur="1000" fill="hold"/>
                                        <p:tgtEl>
                                          <p:spTgt spid="14"/>
                                        </p:tgtEl>
                                        <p:attrNameLst>
                                          <p:attrName>ppt_h</p:attrName>
                                        </p:attrNameLst>
                                      </p:cBhvr>
                                      <p:tavLst>
                                        <p:tav tm="0">
                                          <p:val>
                                            <p:strVal val="#ppt_h"/>
                                          </p:val>
                                        </p:tav>
                                        <p:tav tm="100000">
                                          <p:val>
                                            <p:strVal val="#ppt_h"/>
                                          </p:val>
                                        </p:tav>
                                      </p:tavLst>
                                    </p:anim>
                                    <p:animEffect transition="in" filter="fade">
                                      <p:cBhvr>
                                        <p:cTn id="14" dur="1000"/>
                                        <p:tgtEl>
                                          <p:spTgt spid="14"/>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3"/>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32. What </a:t>
            </a:r>
            <a:r>
              <a:rPr lang="en-GB" dirty="0">
                <a:solidFill>
                  <a:schemeClr val="tx1"/>
                </a:solidFill>
              </a:rPr>
              <a:t>is the primary reason for the 1987 Constitution’s adoption of a national language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Counteract </a:t>
            </a:r>
            <a:r>
              <a:rPr lang="en-GB" dirty="0">
                <a:solidFill>
                  <a:schemeClr val="tx1"/>
                </a:solidFill>
              </a:rPr>
              <a:t>elitism </a:t>
            </a:r>
            <a:endParaRPr lang="en-PH" dirty="0">
              <a:solidFill>
                <a:schemeClr val="tx1"/>
              </a:solidFill>
            </a:endParaRPr>
          </a:p>
          <a:p>
            <a:pPr marL="514350" indent="-514350" algn="l">
              <a:buFont typeface="+mj-lt"/>
              <a:buAutoNum type="alphaUcPeriod"/>
            </a:pPr>
            <a:r>
              <a:rPr lang="en-GB" dirty="0" smtClean="0">
                <a:solidFill>
                  <a:schemeClr val="tx1"/>
                </a:solidFill>
              </a:rPr>
              <a:t>Go </a:t>
            </a:r>
            <a:r>
              <a:rPr lang="en-GB" dirty="0">
                <a:solidFill>
                  <a:schemeClr val="tx1"/>
                </a:solidFill>
              </a:rPr>
              <a:t>away with colonial mentality </a:t>
            </a:r>
            <a:endParaRPr lang="en-PH" dirty="0">
              <a:solidFill>
                <a:schemeClr val="tx1"/>
              </a:solidFill>
            </a:endParaRPr>
          </a:p>
          <a:p>
            <a:pPr marL="514350" indent="-514350" algn="l">
              <a:buFont typeface="+mj-lt"/>
              <a:buAutoNum type="alphaUcPeriod"/>
            </a:pPr>
            <a:r>
              <a:rPr lang="en-GB" dirty="0" smtClean="0">
                <a:solidFill>
                  <a:schemeClr val="tx1"/>
                </a:solidFill>
              </a:rPr>
              <a:t>Facilitate </a:t>
            </a:r>
            <a:r>
              <a:rPr lang="en-GB" dirty="0">
                <a:solidFill>
                  <a:schemeClr val="tx1"/>
                </a:solidFill>
              </a:rPr>
              <a:t>communication among diverse linguistic groups </a:t>
            </a:r>
            <a:endParaRPr lang="en-PH" dirty="0">
              <a:solidFill>
                <a:schemeClr val="tx1"/>
              </a:solidFill>
            </a:endParaRPr>
          </a:p>
          <a:p>
            <a:pPr marL="514350" indent="-514350" algn="l">
              <a:buFont typeface="+mj-lt"/>
              <a:buAutoNum type="alphaUcPeriod"/>
            </a:pPr>
            <a:r>
              <a:rPr lang="en-GB" dirty="0" smtClean="0">
                <a:solidFill>
                  <a:schemeClr val="tx1"/>
                </a:solidFill>
              </a:rPr>
              <a:t>Show </a:t>
            </a:r>
            <a:r>
              <a:rPr lang="en-GB" dirty="0">
                <a:solidFill>
                  <a:schemeClr val="tx1"/>
                </a:solidFill>
              </a:rPr>
              <a:t>the role of Tagalogs in the Hispanic revolution</a:t>
            </a:r>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notebook_paper.jpg"/>
          <p:cNvPicPr>
            <a:picLocks noChangeAspect="1"/>
          </p:cNvPicPr>
          <p:nvPr/>
        </p:nvPicPr>
        <p:blipFill>
          <a:blip r:embed="rId2" cstate="print"/>
          <a:stretch>
            <a:fillRect/>
          </a:stretch>
        </p:blipFill>
        <p:spPr>
          <a:xfrm rot="-180000">
            <a:off x="402844" y="911750"/>
            <a:ext cx="7954112" cy="4744228"/>
          </a:xfrm>
          <a:prstGeom prst="rect">
            <a:avLst/>
          </a:prstGeom>
        </p:spPr>
      </p:pic>
      <p:pic>
        <p:nvPicPr>
          <p:cNvPr id="14" name="Picture 13" descr="push pin.png"/>
          <p:cNvPicPr>
            <a:picLocks noChangeAspect="1"/>
          </p:cNvPicPr>
          <p:nvPr/>
        </p:nvPicPr>
        <p:blipFill>
          <a:blip r:embed="rId3" cstate="print"/>
          <a:stretch>
            <a:fillRect/>
          </a:stretch>
        </p:blipFill>
        <p:spPr>
          <a:xfrm>
            <a:off x="306973" y="1860127"/>
            <a:ext cx="681445" cy="703895"/>
          </a:xfrm>
          <a:prstGeom prst="rect">
            <a:avLst/>
          </a:prstGeom>
        </p:spPr>
      </p:pic>
      <p:sp>
        <p:nvSpPr>
          <p:cNvPr id="16" name="TextBox 15"/>
          <p:cNvSpPr txBox="1"/>
          <p:nvPr/>
        </p:nvSpPr>
        <p:spPr>
          <a:xfrm>
            <a:off x="762000" y="990600"/>
            <a:ext cx="7467600" cy="5007284"/>
          </a:xfrm>
          <a:prstGeom prst="rect">
            <a:avLst/>
          </a:prstGeom>
          <a:noFill/>
        </p:spPr>
        <p:txBody>
          <a:bodyPr wrap="square" lIns="82058" tIns="41029" rIns="82058" bIns="41029" rtlCol="0">
            <a:spAutoFit/>
          </a:bodyPr>
          <a:lstStyle/>
          <a:p>
            <a:r>
              <a:rPr lang="en-US" sz="4000" dirty="0"/>
              <a:t>Section </a:t>
            </a:r>
            <a:r>
              <a:rPr lang="en-US" sz="4000" dirty="0" smtClean="0"/>
              <a:t>6. </a:t>
            </a:r>
            <a:r>
              <a:rPr lang="en-US" sz="4000" dirty="0"/>
              <a:t>Subject to provisions of law and as the Congress may deem appropriate, the Government shall take steps to initiate and sustain the </a:t>
            </a:r>
            <a:r>
              <a:rPr lang="en-US" sz="4000" dirty="0">
                <a:solidFill>
                  <a:srgbClr val="FF0000"/>
                </a:solidFill>
              </a:rPr>
              <a:t>use of Filipino as a medium of official communication</a:t>
            </a:r>
            <a:r>
              <a:rPr lang="en-US" sz="4000" dirty="0"/>
              <a:t> and as language of instruction in the educational system.</a:t>
            </a:r>
          </a:p>
        </p:txBody>
      </p:sp>
    </p:spTree>
    <p:extLst>
      <p:ext uri="{BB962C8B-B14F-4D97-AF65-F5344CB8AC3E}">
        <p14:creationId xmlns:p14="http://schemas.microsoft.com/office/powerpoint/2010/main" val="327416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3"/>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strVal val="#ppt_w+.3"/>
                                          </p:val>
                                        </p:tav>
                                        <p:tav tm="100000">
                                          <p:val>
                                            <p:strVal val="#ppt_w"/>
                                          </p:val>
                                        </p:tav>
                                      </p:tavLst>
                                    </p:anim>
                                    <p:anim calcmode="lin" valueType="num">
                                      <p:cBhvr>
                                        <p:cTn id="13" dur="1000" fill="hold"/>
                                        <p:tgtEl>
                                          <p:spTgt spid="14"/>
                                        </p:tgtEl>
                                        <p:attrNameLst>
                                          <p:attrName>ppt_h</p:attrName>
                                        </p:attrNameLst>
                                      </p:cBhvr>
                                      <p:tavLst>
                                        <p:tav tm="0">
                                          <p:val>
                                            <p:strVal val="#ppt_h"/>
                                          </p:val>
                                        </p:tav>
                                        <p:tav tm="100000">
                                          <p:val>
                                            <p:strVal val="#ppt_h"/>
                                          </p:val>
                                        </p:tav>
                                      </p:tavLst>
                                    </p:anim>
                                    <p:animEffect transition="in" filter="fade">
                                      <p:cBhvr>
                                        <p:cTn id="14" dur="1000"/>
                                        <p:tgtEl>
                                          <p:spTgt spid="14"/>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1000" fill="hold"/>
                                        <p:tgtEl>
                                          <p:spTgt spid="13"/>
                                        </p:tgtEl>
                                        <p:attrNameLst>
                                          <p:attrName>ppt_w</p:attrName>
                                        </p:attrNameLst>
                                      </p:cBhvr>
                                      <p:tavLst>
                                        <p:tav tm="0">
                                          <p:val>
                                            <p:strVal val="#ppt_w+.3"/>
                                          </p:val>
                                        </p:tav>
                                        <p:tav tm="100000">
                                          <p:val>
                                            <p:strVal val="#ppt_w"/>
                                          </p:val>
                                        </p:tav>
                                      </p:tavLst>
                                    </p:anim>
                                    <p:anim calcmode="lin" valueType="num">
                                      <p:cBhvr>
                                        <p:cTn id="18" dur="1000" fill="hold"/>
                                        <p:tgtEl>
                                          <p:spTgt spid="13"/>
                                        </p:tgtEl>
                                        <p:attrNameLst>
                                          <p:attrName>ppt_h</p:attrName>
                                        </p:attrNameLst>
                                      </p:cBhvr>
                                      <p:tavLst>
                                        <p:tav tm="0">
                                          <p:val>
                                            <p:strVal val="#ppt_h"/>
                                          </p:val>
                                        </p:tav>
                                        <p:tav tm="100000">
                                          <p:val>
                                            <p:strVal val="#ppt_h"/>
                                          </p:val>
                                        </p:tav>
                                      </p:tavLst>
                                    </p:anim>
                                    <p:animEffect transition="in" filter="fade">
                                      <p:cBhvr>
                                        <p:cTn id="19"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33. When </a:t>
            </a:r>
            <a:r>
              <a:rPr lang="en-GB" dirty="0">
                <a:solidFill>
                  <a:schemeClr val="tx1"/>
                </a:solidFill>
              </a:rPr>
              <a:t>should teachers support one another</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At </a:t>
            </a:r>
            <a:r>
              <a:rPr lang="en-GB" dirty="0">
                <a:solidFill>
                  <a:schemeClr val="tx1"/>
                </a:solidFill>
              </a:rPr>
              <a:t>all times for whatever cause</a:t>
            </a:r>
            <a:endParaRPr lang="en-PH" dirty="0">
              <a:solidFill>
                <a:schemeClr val="tx1"/>
              </a:solidFill>
            </a:endParaRPr>
          </a:p>
          <a:p>
            <a:pPr marL="514350" indent="-514350" algn="l">
              <a:buFont typeface="+mj-lt"/>
              <a:buAutoNum type="alphaUcPeriod"/>
            </a:pPr>
            <a:r>
              <a:rPr lang="en-GB" dirty="0" smtClean="0">
                <a:solidFill>
                  <a:schemeClr val="tx1"/>
                </a:solidFill>
              </a:rPr>
              <a:t>When </a:t>
            </a:r>
            <a:r>
              <a:rPr lang="en-GB" dirty="0">
                <a:solidFill>
                  <a:schemeClr val="tx1"/>
                </a:solidFill>
              </a:rPr>
              <a:t>they dialogue with administration</a:t>
            </a:r>
            <a:endParaRPr lang="en-PH" dirty="0">
              <a:solidFill>
                <a:schemeClr val="tx1"/>
              </a:solidFill>
            </a:endParaRPr>
          </a:p>
          <a:p>
            <a:pPr marL="514350" indent="-514350" algn="l">
              <a:buFont typeface="+mj-lt"/>
              <a:buAutoNum type="alphaUcPeriod"/>
            </a:pPr>
            <a:r>
              <a:rPr lang="en-GB" dirty="0" smtClean="0">
                <a:solidFill>
                  <a:schemeClr val="tx1"/>
                </a:solidFill>
              </a:rPr>
              <a:t>When </a:t>
            </a:r>
            <a:r>
              <a:rPr lang="en-GB" dirty="0">
                <a:solidFill>
                  <a:schemeClr val="tx1"/>
                </a:solidFill>
              </a:rPr>
              <a:t>there is rift among teachers</a:t>
            </a:r>
            <a:endParaRPr lang="en-PH" dirty="0">
              <a:solidFill>
                <a:schemeClr val="tx1"/>
              </a:solidFill>
            </a:endParaRPr>
          </a:p>
          <a:p>
            <a:pPr marL="514350" indent="-514350" algn="l">
              <a:buFont typeface="+mj-lt"/>
              <a:buAutoNum type="alphaUcPeriod"/>
            </a:pPr>
            <a:r>
              <a:rPr lang="en-GB" dirty="0" smtClean="0">
                <a:solidFill>
                  <a:schemeClr val="tx1"/>
                </a:solidFill>
              </a:rPr>
              <a:t>When </a:t>
            </a:r>
            <a:r>
              <a:rPr lang="en-GB" dirty="0">
                <a:solidFill>
                  <a:schemeClr val="tx1"/>
                </a:solidFill>
              </a:rPr>
              <a:t>the best interest of learners is at stake in a controversy</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4993" y="457200"/>
            <a:ext cx="8225553" cy="467580"/>
          </a:xfrm>
          <a:prstGeom prst="rect">
            <a:avLst/>
          </a:prstGeom>
        </p:spPr>
        <p:style>
          <a:lnRef idx="2">
            <a:schemeClr val="accent2"/>
          </a:lnRef>
          <a:fillRef idx="1">
            <a:schemeClr val="lt1"/>
          </a:fillRef>
          <a:effectRef idx="0">
            <a:schemeClr val="accent2"/>
          </a:effectRef>
          <a:fontRef idx="minor">
            <a:schemeClr val="dk1"/>
          </a:fontRef>
        </p:style>
        <p:txBody>
          <a:bodyPr wrap="square" lIns="82058" tIns="41029" rIns="82058" bIns="41029">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500" b="1" spc="45" dirty="0">
                <a:ln w="11430"/>
                <a:solidFill>
                  <a:srgbClr val="C00000"/>
                </a:solidFill>
                <a:effectLst>
                  <a:outerShdw blurRad="76200" dist="50800" dir="5400000" algn="tl" rotWithShape="0">
                    <a:srgbClr val="000000">
                      <a:alpha val="65000"/>
                    </a:srgbClr>
                  </a:outerShdw>
                </a:effectLst>
                <a:latin typeface="Berlin Sans FB Demi" pitchFamily="34" charset="0"/>
              </a:rPr>
              <a:t>   </a:t>
            </a:r>
            <a:r>
              <a:rPr lang="en-US" sz="2500" b="1" spc="45" dirty="0" smtClean="0">
                <a:ln w="11430"/>
                <a:solidFill>
                  <a:srgbClr val="C00000"/>
                </a:solidFill>
                <a:effectLst>
                  <a:outerShdw blurRad="76200" dist="50800" dir="5400000" algn="tl" rotWithShape="0">
                    <a:srgbClr val="000000">
                      <a:alpha val="65000"/>
                    </a:srgbClr>
                  </a:outerShdw>
                </a:effectLst>
                <a:latin typeface="Berlin Sans FB Demi" pitchFamily="34" charset="0"/>
              </a:rPr>
              <a:t>CODE OF ETHICS FOR PROFESSIONAL TEACHERS</a:t>
            </a:r>
            <a:endParaRPr lang="en-US" sz="2500" b="1" spc="45" dirty="0">
              <a:ln w="11430"/>
              <a:solidFill>
                <a:srgbClr val="C00000"/>
              </a:solidFill>
              <a:effectLst>
                <a:outerShdw blurRad="76200" dist="50800" dir="5400000" algn="tl" rotWithShape="0">
                  <a:srgbClr val="000000">
                    <a:alpha val="65000"/>
                  </a:srgbClr>
                </a:outerShdw>
              </a:effectLst>
              <a:latin typeface="Berlin Sans FB Demi" pitchFamily="34" charset="0"/>
            </a:endParaRPr>
          </a:p>
        </p:txBody>
      </p:sp>
      <p:pic>
        <p:nvPicPr>
          <p:cNvPr id="5" name="Picture 4" descr="notebook_paper.jpg"/>
          <p:cNvPicPr>
            <a:picLocks noChangeAspect="1"/>
          </p:cNvPicPr>
          <p:nvPr/>
        </p:nvPicPr>
        <p:blipFill>
          <a:blip r:embed="rId2" cstate="print"/>
          <a:stretch>
            <a:fillRect/>
          </a:stretch>
        </p:blipFill>
        <p:spPr>
          <a:xfrm rot="-180000">
            <a:off x="1073961" y="1408839"/>
            <a:ext cx="7349336" cy="3908791"/>
          </a:xfrm>
          <a:prstGeom prst="rect">
            <a:avLst/>
          </a:prstGeom>
        </p:spPr>
      </p:pic>
      <p:pic>
        <p:nvPicPr>
          <p:cNvPr id="6" name="Picture 5" descr="push pin.png"/>
          <p:cNvPicPr>
            <a:picLocks noChangeAspect="1"/>
          </p:cNvPicPr>
          <p:nvPr/>
        </p:nvPicPr>
        <p:blipFill>
          <a:blip r:embed="rId3" cstate="print"/>
          <a:stretch>
            <a:fillRect/>
          </a:stretch>
        </p:blipFill>
        <p:spPr>
          <a:xfrm>
            <a:off x="1052906" y="1506526"/>
            <a:ext cx="681445" cy="703895"/>
          </a:xfrm>
          <a:prstGeom prst="rect">
            <a:avLst/>
          </a:prstGeom>
        </p:spPr>
      </p:pic>
      <p:sp>
        <p:nvSpPr>
          <p:cNvPr id="7" name="TextBox 6"/>
          <p:cNvSpPr txBox="1"/>
          <p:nvPr/>
        </p:nvSpPr>
        <p:spPr>
          <a:xfrm>
            <a:off x="1676400" y="1600200"/>
            <a:ext cx="6629400" cy="3776178"/>
          </a:xfrm>
          <a:prstGeom prst="rect">
            <a:avLst/>
          </a:prstGeom>
          <a:noFill/>
        </p:spPr>
        <p:txBody>
          <a:bodyPr wrap="square" lIns="82058" tIns="41029" rIns="82058" bIns="41029" rtlCol="0">
            <a:spAutoFit/>
          </a:bodyPr>
          <a:lstStyle/>
          <a:p>
            <a:r>
              <a:rPr lang="en-US" sz="4000" dirty="0"/>
              <a:t>Section 1. Every teacher shall actively insure that teaching is the noblest profession, and shall manifest </a:t>
            </a:r>
            <a:r>
              <a:rPr lang="en-US" sz="4000" dirty="0">
                <a:solidFill>
                  <a:srgbClr val="FF0000"/>
                </a:solidFill>
              </a:rPr>
              <a:t>genuine enthusiasm </a:t>
            </a:r>
            <a:r>
              <a:rPr lang="en-US" sz="4000" dirty="0"/>
              <a:t>and </a:t>
            </a:r>
            <a:r>
              <a:rPr lang="en-US" sz="4000" dirty="0">
                <a:solidFill>
                  <a:srgbClr val="FF0000"/>
                </a:solidFill>
              </a:rPr>
              <a:t>pride</a:t>
            </a:r>
            <a:r>
              <a:rPr lang="en-US" sz="4000" dirty="0"/>
              <a:t> in </a:t>
            </a:r>
            <a:r>
              <a:rPr lang="en-US" sz="4000" dirty="0">
                <a:solidFill>
                  <a:srgbClr val="FF0000"/>
                </a:solidFill>
              </a:rPr>
              <a:t>teaching</a:t>
            </a:r>
            <a:r>
              <a:rPr lang="en-US" sz="4000" dirty="0"/>
              <a:t> as a noble calling. </a:t>
            </a:r>
            <a:endParaRPr lang="en-US" sz="3600" b="1" dirty="0"/>
          </a:p>
        </p:txBody>
      </p:sp>
    </p:spTree>
    <p:extLst>
      <p:ext uri="{BB962C8B-B14F-4D97-AF65-F5344CB8AC3E}">
        <p14:creationId xmlns:p14="http://schemas.microsoft.com/office/powerpoint/2010/main" val="414239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par>
                                <p:cTn id="10" presetID="50" presetClass="entr" presetSubtype="0" decel="10000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strVal val="#ppt_w+.3"/>
                                          </p:val>
                                        </p:tav>
                                        <p:tav tm="100000">
                                          <p:val>
                                            <p:strVal val="#ppt_w"/>
                                          </p:val>
                                        </p:tav>
                                      </p:tavLst>
                                    </p:anim>
                                    <p:anim calcmode="lin" valueType="num">
                                      <p:cBhvr>
                                        <p:cTn id="13" dur="1000" fill="hold"/>
                                        <p:tgtEl>
                                          <p:spTgt spid="6"/>
                                        </p:tgtEl>
                                        <p:attrNameLst>
                                          <p:attrName>ppt_h</p:attrName>
                                        </p:attrNameLst>
                                      </p:cBhvr>
                                      <p:tavLst>
                                        <p:tav tm="0">
                                          <p:val>
                                            <p:strVal val="#ppt_h"/>
                                          </p:val>
                                        </p:tav>
                                        <p:tav tm="100000">
                                          <p:val>
                                            <p:strVal val="#ppt_h"/>
                                          </p:val>
                                        </p:tav>
                                      </p:tavLst>
                                    </p:anim>
                                    <p:animEffect transition="in" filter="fade">
                                      <p:cBhvr>
                                        <p:cTn id="14" dur="1000"/>
                                        <p:tgtEl>
                                          <p:spTgt spid="6"/>
                                        </p:tgtEl>
                                      </p:cBhvr>
                                    </p:animEffect>
                                  </p:childTnLst>
                                </p:cTn>
                              </p:par>
                              <p:par>
                                <p:cTn id="15" presetID="50" presetClass="entr" presetSubtype="0" decel="10000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strVal val="#ppt_w+.3"/>
                                          </p:val>
                                        </p:tav>
                                        <p:tav tm="100000">
                                          <p:val>
                                            <p:strVal val="#ppt_w"/>
                                          </p:val>
                                        </p:tav>
                                      </p:tavLst>
                                    </p:anim>
                                    <p:anim calcmode="lin" valueType="num">
                                      <p:cBhvr>
                                        <p:cTn id="18" dur="1000" fill="hold"/>
                                        <p:tgtEl>
                                          <p:spTgt spid="5"/>
                                        </p:tgtEl>
                                        <p:attrNameLst>
                                          <p:attrName>ppt_h</p:attrName>
                                        </p:attrNameLst>
                                      </p:cBhvr>
                                      <p:tavLst>
                                        <p:tav tm="0">
                                          <p:val>
                                            <p:strVal val="#ppt_h"/>
                                          </p:val>
                                        </p:tav>
                                        <p:tav tm="100000">
                                          <p:val>
                                            <p:strVal val="#ppt_h"/>
                                          </p:val>
                                        </p:tav>
                                      </p:tavLst>
                                    </p:anim>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254996"/>
            <a:ext cx="8458200" cy="653841"/>
          </a:xfrm>
          <a:prstGeom prst="rect">
            <a:avLst/>
          </a:prstGeom>
          <a:noFill/>
        </p:spPr>
        <p:txBody>
          <a:bodyPr wrap="square" lIns="114117" tIns="57059" rIns="114117" bIns="57059" rtlCol="0">
            <a:spAutoFit/>
          </a:bodyPr>
          <a:lstStyle/>
          <a:p>
            <a:pPr algn="ctr"/>
            <a:r>
              <a:rPr lang="en-US" sz="3500" b="1" dirty="0">
                <a:ln w="12700">
                  <a:solidFill>
                    <a:sysClr val="windowText" lastClr="000000"/>
                  </a:solidFill>
                  <a:prstDash val="solid"/>
                </a:ln>
                <a:solidFill>
                  <a:srgbClr val="FF0000"/>
                </a:solidFill>
                <a:effectLst>
                  <a:outerShdw blurRad="41275" dist="20320" dir="1800000" algn="tl" rotWithShape="0">
                    <a:srgbClr val="000000">
                      <a:alpha val="40000"/>
                    </a:srgbClr>
                  </a:outerShdw>
                </a:effectLst>
                <a:latin typeface="Berlin Sans FB Demi" pitchFamily="34" charset="0"/>
              </a:rPr>
              <a:t>Code of Ethics for Professional Teachers </a:t>
            </a:r>
          </a:p>
        </p:txBody>
      </p:sp>
      <p:sp>
        <p:nvSpPr>
          <p:cNvPr id="5" name="TextBox 4"/>
          <p:cNvSpPr txBox="1"/>
          <p:nvPr/>
        </p:nvSpPr>
        <p:spPr>
          <a:xfrm>
            <a:off x="457200" y="864950"/>
            <a:ext cx="8394700" cy="546120"/>
          </a:xfrm>
          <a:prstGeom prst="rect">
            <a:avLst/>
          </a:prstGeom>
          <a:solidFill>
            <a:schemeClr val="tx1"/>
          </a:solidFill>
        </p:spPr>
        <p:txBody>
          <a:bodyPr wrap="square" lIns="114117" tIns="57059" rIns="114117" bIns="57059" rtlCol="0">
            <a:spAutoFit/>
          </a:bodyPr>
          <a:lstStyle/>
          <a:p>
            <a:pPr algn="ctr"/>
            <a:r>
              <a:rPr lang="en-US" sz="28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Article </a:t>
            </a:r>
            <a:r>
              <a:rPr lang="en-US" sz="28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latin typeface="Berlin Sans FB Demi" pitchFamily="34" charset="0"/>
              </a:rPr>
              <a:t>V Sec 1: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143000"/>
            <a:ext cx="7490595" cy="4920694"/>
          </a:xfrm>
          <a:prstGeom prst="rect">
            <a:avLst/>
          </a:prstGeom>
        </p:spPr>
      </p:pic>
      <p:sp>
        <p:nvSpPr>
          <p:cNvPr id="7" name="Rectangle 6"/>
          <p:cNvSpPr/>
          <p:nvPr/>
        </p:nvSpPr>
        <p:spPr>
          <a:xfrm>
            <a:off x="1066800" y="1656814"/>
            <a:ext cx="6870700" cy="3477875"/>
          </a:xfrm>
          <a:prstGeom prst="rect">
            <a:avLst/>
          </a:prstGeom>
        </p:spPr>
        <p:txBody>
          <a:bodyPr wrap="square">
            <a:spAutoFit/>
          </a:bodyPr>
          <a:lstStyle/>
          <a:p>
            <a:r>
              <a:rPr lang="en-US" sz="4400" i="1" dirty="0" smtClean="0"/>
              <a:t>When </a:t>
            </a:r>
            <a:r>
              <a:rPr lang="en-US" sz="4400" i="1" dirty="0"/>
              <a:t>the </a:t>
            </a:r>
            <a:r>
              <a:rPr lang="en-US" sz="4400" i="1" dirty="0">
                <a:solidFill>
                  <a:srgbClr val="FF0000"/>
                </a:solidFill>
              </a:rPr>
              <a:t>best interest </a:t>
            </a:r>
            <a:r>
              <a:rPr lang="en-US" sz="4400" i="1" dirty="0"/>
              <a:t>of the </a:t>
            </a:r>
            <a:r>
              <a:rPr lang="en-US" sz="4400" i="1" dirty="0">
                <a:solidFill>
                  <a:srgbClr val="FF0000"/>
                </a:solidFill>
              </a:rPr>
              <a:t>learners</a:t>
            </a:r>
            <a:r>
              <a:rPr lang="en-US" sz="4400" i="1" dirty="0"/>
              <a:t>, the </a:t>
            </a:r>
            <a:r>
              <a:rPr lang="en-US" sz="4400" i="1" dirty="0">
                <a:solidFill>
                  <a:srgbClr val="FF0000"/>
                </a:solidFill>
              </a:rPr>
              <a:t>school</a:t>
            </a:r>
            <a:r>
              <a:rPr lang="en-US" sz="4400" i="1" dirty="0"/>
              <a:t>, or the </a:t>
            </a:r>
            <a:r>
              <a:rPr lang="en-US" sz="4400" i="1" dirty="0">
                <a:solidFill>
                  <a:srgbClr val="FF0000"/>
                </a:solidFill>
              </a:rPr>
              <a:t>profession</a:t>
            </a:r>
            <a:r>
              <a:rPr lang="en-US" sz="4400" i="1" dirty="0"/>
              <a:t> is at stake in any controversy, </a:t>
            </a:r>
            <a:r>
              <a:rPr lang="en-US" sz="4400" i="1" dirty="0">
                <a:solidFill>
                  <a:srgbClr val="FF0000"/>
                </a:solidFill>
              </a:rPr>
              <a:t>teachers shall support one </a:t>
            </a:r>
            <a:r>
              <a:rPr lang="en-US" sz="4400" i="1" dirty="0" smtClean="0">
                <a:solidFill>
                  <a:srgbClr val="FF0000"/>
                </a:solidFill>
              </a:rPr>
              <a:t>another</a:t>
            </a:r>
            <a:r>
              <a:rPr lang="en-US" sz="4400" i="1" dirty="0" smtClean="0"/>
              <a:t>.</a:t>
            </a:r>
            <a:endParaRPr lang="en-US" sz="4400" dirty="0"/>
          </a:p>
        </p:txBody>
      </p:sp>
    </p:spTree>
    <p:extLst>
      <p:ext uri="{BB962C8B-B14F-4D97-AF65-F5344CB8AC3E}">
        <p14:creationId xmlns:p14="http://schemas.microsoft.com/office/powerpoint/2010/main" val="205794840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34. What </a:t>
            </a:r>
            <a:r>
              <a:rPr lang="en-GB" dirty="0">
                <a:solidFill>
                  <a:schemeClr val="tx1"/>
                </a:solidFill>
              </a:rPr>
              <a:t>does the traditional curriculum and mass education lack that the progressive curriculum can deliver</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Authoritarian </a:t>
            </a:r>
            <a:r>
              <a:rPr lang="en-GB" dirty="0">
                <a:solidFill>
                  <a:schemeClr val="tx1"/>
                </a:solidFill>
              </a:rPr>
              <a:t>role of the </a:t>
            </a:r>
            <a:r>
              <a:rPr lang="en-GB" dirty="0" smtClean="0">
                <a:solidFill>
                  <a:schemeClr val="tx1"/>
                </a:solidFill>
              </a:rPr>
              <a:t>teacher</a:t>
            </a:r>
            <a:endParaRPr lang="en-GB" dirty="0">
              <a:solidFill>
                <a:schemeClr val="tx1"/>
              </a:solidFill>
            </a:endParaRPr>
          </a:p>
          <a:p>
            <a:pPr marL="514350" indent="-514350" algn="l">
              <a:buFont typeface="+mj-lt"/>
              <a:buAutoNum type="alphaUcPeriod"/>
            </a:pPr>
            <a:r>
              <a:rPr lang="en-GB" dirty="0" smtClean="0">
                <a:solidFill>
                  <a:schemeClr val="tx1"/>
                </a:solidFill>
              </a:rPr>
              <a:t>Collective discipline</a:t>
            </a:r>
          </a:p>
          <a:p>
            <a:pPr marL="514350" indent="-514350" algn="l">
              <a:buFont typeface="+mj-lt"/>
              <a:buAutoNum type="alphaUcPeriod"/>
            </a:pPr>
            <a:r>
              <a:rPr lang="en-GB" dirty="0" smtClean="0">
                <a:solidFill>
                  <a:schemeClr val="tx1"/>
                </a:solidFill>
              </a:rPr>
              <a:t>Value </a:t>
            </a:r>
            <a:r>
              <a:rPr lang="en-GB" dirty="0">
                <a:solidFill>
                  <a:schemeClr val="tx1"/>
                </a:solidFill>
              </a:rPr>
              <a:t>for individualization</a:t>
            </a:r>
            <a:endParaRPr lang="en-PH" dirty="0">
              <a:solidFill>
                <a:schemeClr val="tx1"/>
              </a:solidFill>
            </a:endParaRPr>
          </a:p>
          <a:p>
            <a:pPr marL="514350" indent="-514350" algn="l">
              <a:buFont typeface="+mj-lt"/>
              <a:buAutoNum type="alphaUcPeriod"/>
            </a:pPr>
            <a:r>
              <a:rPr lang="en-GB" dirty="0" smtClean="0">
                <a:solidFill>
                  <a:schemeClr val="tx1"/>
                </a:solidFill>
              </a:rPr>
              <a:t>Rigid </a:t>
            </a:r>
            <a:r>
              <a:rPr lang="en-GB" dirty="0">
                <a:solidFill>
                  <a:schemeClr val="tx1"/>
                </a:solidFill>
              </a:rPr>
              <a:t>system of grading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35. What </a:t>
            </a:r>
            <a:r>
              <a:rPr lang="en-GB" dirty="0">
                <a:solidFill>
                  <a:schemeClr val="tx1"/>
                </a:solidFill>
              </a:rPr>
              <a:t>is the hidden goal of students who refuse to cooperate or participate in class activities? </a:t>
            </a:r>
            <a:endParaRPr lang="en-PH" dirty="0">
              <a:solidFill>
                <a:schemeClr val="tx1"/>
              </a:solidFill>
            </a:endParaRPr>
          </a:p>
          <a:p>
            <a:pPr marL="514350" indent="-514350" algn="l">
              <a:buFont typeface="+mj-lt"/>
              <a:buAutoNum type="alphaUcPeriod"/>
            </a:pPr>
            <a:r>
              <a:rPr lang="en-GB" dirty="0" smtClean="0">
                <a:solidFill>
                  <a:schemeClr val="tx1"/>
                </a:solidFill>
              </a:rPr>
              <a:t>To </a:t>
            </a:r>
            <a:r>
              <a:rPr lang="en-GB" dirty="0">
                <a:solidFill>
                  <a:schemeClr val="tx1"/>
                </a:solidFill>
              </a:rPr>
              <a:t>seek power 		</a:t>
            </a:r>
            <a:endParaRPr lang="en-GB" dirty="0" smtClean="0">
              <a:solidFill>
                <a:schemeClr val="tx1"/>
              </a:solidFill>
            </a:endParaRPr>
          </a:p>
          <a:p>
            <a:pPr marL="514350" indent="-514350" algn="l">
              <a:buFont typeface="+mj-lt"/>
              <a:buAutoNum type="alphaUcPeriod"/>
            </a:pPr>
            <a:r>
              <a:rPr lang="en-GB" dirty="0" smtClean="0">
                <a:solidFill>
                  <a:schemeClr val="tx1"/>
                </a:solidFill>
              </a:rPr>
              <a:t>To </a:t>
            </a:r>
            <a:r>
              <a:rPr lang="en-GB" dirty="0">
                <a:solidFill>
                  <a:schemeClr val="tx1"/>
                </a:solidFill>
              </a:rPr>
              <a:t>get attention 		</a:t>
            </a:r>
            <a:endParaRPr lang="en-GB" dirty="0" smtClean="0">
              <a:solidFill>
                <a:schemeClr val="tx1"/>
              </a:solidFill>
            </a:endParaRPr>
          </a:p>
          <a:p>
            <a:pPr marL="514350" indent="-514350" algn="l">
              <a:buFont typeface="+mj-lt"/>
              <a:buAutoNum type="alphaUcPeriod"/>
            </a:pPr>
            <a:r>
              <a:rPr lang="en-GB" dirty="0" smtClean="0">
                <a:solidFill>
                  <a:schemeClr val="tx1"/>
                </a:solidFill>
              </a:rPr>
              <a:t>To </a:t>
            </a:r>
            <a:r>
              <a:rPr lang="en-GB" dirty="0">
                <a:solidFill>
                  <a:schemeClr val="tx1"/>
                </a:solidFill>
              </a:rPr>
              <a:t>isolate self 		</a:t>
            </a:r>
            <a:endParaRPr lang="en-GB" dirty="0" smtClean="0">
              <a:solidFill>
                <a:schemeClr val="tx1"/>
              </a:solidFill>
            </a:endParaRPr>
          </a:p>
          <a:p>
            <a:pPr marL="514350" indent="-514350" algn="l">
              <a:buFont typeface="+mj-lt"/>
              <a:buAutoNum type="alphaUcPeriod"/>
            </a:pPr>
            <a:r>
              <a:rPr lang="en-GB" dirty="0" smtClean="0">
                <a:solidFill>
                  <a:schemeClr val="tx1"/>
                </a:solidFill>
              </a:rPr>
              <a:t>To </a:t>
            </a:r>
            <a:r>
              <a:rPr lang="en-GB" dirty="0">
                <a:solidFill>
                  <a:schemeClr val="tx1"/>
                </a:solidFill>
              </a:rPr>
              <a:t>get revenge</a:t>
            </a:r>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36. Among </a:t>
            </a:r>
            <a:r>
              <a:rPr lang="en-GB" dirty="0">
                <a:solidFill>
                  <a:schemeClr val="tx1"/>
                </a:solidFill>
              </a:rPr>
              <a:t>mistaken goals in the Acceptance Approach to discipline, what happens when students are not getting the </a:t>
            </a:r>
            <a:r>
              <a:rPr lang="en-GB" dirty="0" smtClean="0">
                <a:solidFill>
                  <a:schemeClr val="tx1"/>
                </a:solidFill>
              </a:rPr>
              <a:t>recognition </a:t>
            </a:r>
            <a:r>
              <a:rPr lang="en-GB" dirty="0">
                <a:solidFill>
                  <a:schemeClr val="tx1"/>
                </a:solidFill>
              </a:rPr>
              <a:t>they desire, continually seek help, and refuse to work unless the teacher hovers over them</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Attention </a:t>
            </a:r>
            <a:r>
              <a:rPr lang="en-GB" dirty="0">
                <a:solidFill>
                  <a:schemeClr val="tx1"/>
                </a:solidFill>
              </a:rPr>
              <a:t>getting	</a:t>
            </a:r>
            <a:endParaRPr lang="en-GB" dirty="0" smtClean="0">
              <a:solidFill>
                <a:schemeClr val="tx1"/>
              </a:solidFill>
            </a:endParaRPr>
          </a:p>
          <a:p>
            <a:pPr marL="514350" indent="-514350" algn="l">
              <a:buFont typeface="+mj-lt"/>
              <a:buAutoNum type="alphaUcPeriod"/>
            </a:pPr>
            <a:r>
              <a:rPr lang="en-GB" dirty="0" smtClean="0">
                <a:solidFill>
                  <a:schemeClr val="tx1"/>
                </a:solidFill>
              </a:rPr>
              <a:t>Withdrawal</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Revenge </a:t>
            </a:r>
            <a:r>
              <a:rPr lang="en-GB" dirty="0">
                <a:solidFill>
                  <a:schemeClr val="tx1"/>
                </a:solidFill>
              </a:rPr>
              <a:t>seeking		</a:t>
            </a:r>
            <a:endParaRPr lang="en-GB" dirty="0" smtClean="0">
              <a:solidFill>
                <a:schemeClr val="tx1"/>
              </a:solidFill>
            </a:endParaRPr>
          </a:p>
          <a:p>
            <a:pPr marL="514350" indent="-514350" algn="l">
              <a:buFont typeface="+mj-lt"/>
              <a:buAutoNum type="alphaUcPeriod"/>
            </a:pPr>
            <a:r>
              <a:rPr lang="en-GB" dirty="0" smtClean="0">
                <a:solidFill>
                  <a:schemeClr val="tx1"/>
                </a:solidFill>
              </a:rPr>
              <a:t>Power </a:t>
            </a:r>
            <a:r>
              <a:rPr lang="en-GB" dirty="0">
                <a:solidFill>
                  <a:schemeClr val="tx1"/>
                </a:solidFill>
              </a:rPr>
              <a:t>seeking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4246" y="14749"/>
            <a:ext cx="10515600" cy="10149840"/>
          </a:xfrm>
        </p:spPr>
        <p:txBody>
          <a:bodyPr>
            <a:normAutofit/>
          </a:bodyPr>
          <a:lstStyle/>
          <a:p>
            <a:endParaRPr lang="en-US" sz="4000" dirty="0" smtClean="0"/>
          </a:p>
        </p:txBody>
      </p:sp>
      <p:graphicFrame>
        <p:nvGraphicFramePr>
          <p:cNvPr id="2" name="Diagram 1"/>
          <p:cNvGraphicFramePr/>
          <p:nvPr>
            <p:extLst>
              <p:ext uri="{D42A27DB-BD31-4B8C-83A1-F6EECF244321}">
                <p14:modId xmlns:p14="http://schemas.microsoft.com/office/powerpoint/2010/main" val="285762070"/>
              </p:ext>
            </p:extLst>
          </p:nvPr>
        </p:nvGraphicFramePr>
        <p:xfrm>
          <a:off x="0" y="0"/>
          <a:ext cx="89916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249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FE623C77-D613-4211-BF9C-81DAB701D52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67E32E57-E171-4261-AC33-C03EB30C4314}"/>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graphicEl>
                                              <a:dgm id="{110414C8-0F67-4A08-B552-0D5855E92BF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graphicEl>
                                              <a:dgm id="{637C9274-6AEE-4881-9EEF-E31709B8A68C}"/>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59F49245-FD95-445D-A493-6F0F60C3A05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graphicEl>
                                              <a:dgm id="{D4A85AAC-34F4-4799-826F-E1D4E15D3F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graphicEl>
                                              <a:dgm id="{0842AD5B-8B41-496F-8622-45AAFFDE0F0E}"/>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graphicEl>
                                              <a:dgm id="{8AFFAC0B-B1CA-4780-8FF7-B2568A062E58}"/>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graphicEl>
                                              <a:dgm id="{06FB9C11-BCD5-43EC-A4F1-13C1BFD1E4B6}"/>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graphicEl>
                                              <a:dgm id="{8EE0D149-8F08-4CD1-A11A-C629D1DCB1B1}"/>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graphicEl>
                                              <a:dgm id="{08C9C3C7-70D3-4A4E-B089-82185ED793E8}"/>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graphicEl>
                                              <a:dgm id="{33085D85-817B-43BE-A214-2D292EFC07E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lvlOne"/>
        </p:bldSub>
      </p:bldGraphic>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37. What </a:t>
            </a:r>
            <a:r>
              <a:rPr lang="en-GB" dirty="0">
                <a:solidFill>
                  <a:schemeClr val="tx1"/>
                </a:solidFill>
              </a:rPr>
              <a:t>kind of help can most likely be effective for the shy and timid students? </a:t>
            </a:r>
            <a:endParaRPr lang="en-PH" dirty="0">
              <a:solidFill>
                <a:schemeClr val="tx1"/>
              </a:solidFill>
            </a:endParaRPr>
          </a:p>
          <a:p>
            <a:pPr marL="514350" indent="-514350" algn="l">
              <a:buFont typeface="+mj-lt"/>
              <a:buAutoNum type="alphaUcPeriod"/>
            </a:pPr>
            <a:r>
              <a:rPr lang="en-GB" dirty="0" smtClean="0">
                <a:solidFill>
                  <a:schemeClr val="tx1"/>
                </a:solidFill>
              </a:rPr>
              <a:t>Encouragement </a:t>
            </a:r>
            <a:endParaRPr lang="en-GB" dirty="0">
              <a:solidFill>
                <a:schemeClr val="tx1"/>
              </a:solidFill>
            </a:endParaRPr>
          </a:p>
          <a:p>
            <a:pPr marL="514350" indent="-514350" algn="l">
              <a:buFont typeface="+mj-lt"/>
              <a:buAutoNum type="alphaUcPeriod"/>
            </a:pPr>
            <a:r>
              <a:rPr lang="en-GB" dirty="0" smtClean="0">
                <a:solidFill>
                  <a:schemeClr val="tx1"/>
                </a:solidFill>
              </a:rPr>
              <a:t>Persistent counseling</a:t>
            </a:r>
          </a:p>
          <a:p>
            <a:pPr marL="514350" indent="-514350" algn="l">
              <a:buFont typeface="+mj-lt"/>
              <a:buAutoNum type="alphaUcPeriod"/>
            </a:pPr>
            <a:r>
              <a:rPr lang="en-GB" dirty="0" smtClean="0">
                <a:solidFill>
                  <a:schemeClr val="tx1"/>
                </a:solidFill>
              </a:rPr>
              <a:t>Tolerance </a:t>
            </a:r>
            <a:endParaRPr lang="en-PH" dirty="0">
              <a:solidFill>
                <a:schemeClr val="tx1"/>
              </a:solidFill>
            </a:endParaRPr>
          </a:p>
          <a:p>
            <a:pPr marL="514350" indent="-514350" algn="l">
              <a:buFont typeface="+mj-lt"/>
              <a:buAutoNum type="alphaUcPeriod"/>
            </a:pPr>
            <a:r>
              <a:rPr lang="en-GB" dirty="0" smtClean="0">
                <a:solidFill>
                  <a:schemeClr val="tx1"/>
                </a:solidFill>
              </a:rPr>
              <a:t>Disciplined </a:t>
            </a:r>
            <a:r>
              <a:rPr lang="en-GB" dirty="0">
                <a:solidFill>
                  <a:schemeClr val="tx1"/>
                </a:solidFill>
              </a:rPr>
              <a:t>guidance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38. Which </a:t>
            </a:r>
            <a:r>
              <a:rPr lang="en-GB" dirty="0">
                <a:solidFill>
                  <a:schemeClr val="tx1"/>
                </a:solidFill>
              </a:rPr>
              <a:t>expresses threat of punishment with least severity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“Report </a:t>
            </a:r>
            <a:r>
              <a:rPr lang="en-GB" dirty="0">
                <a:solidFill>
                  <a:schemeClr val="tx1"/>
                </a:solidFill>
              </a:rPr>
              <a:t>early tomorrow or you’ll be punished by cleaning school grounds.”</a:t>
            </a:r>
            <a:endParaRPr lang="en-PH" dirty="0">
              <a:solidFill>
                <a:schemeClr val="tx1"/>
              </a:solidFill>
            </a:endParaRPr>
          </a:p>
          <a:p>
            <a:pPr marL="514350" indent="-514350" algn="l">
              <a:buFont typeface="+mj-lt"/>
              <a:buAutoNum type="alphaUcPeriod"/>
            </a:pPr>
            <a:r>
              <a:rPr lang="en-GB" dirty="0" smtClean="0">
                <a:solidFill>
                  <a:schemeClr val="tx1"/>
                </a:solidFill>
              </a:rPr>
              <a:t>“I </a:t>
            </a:r>
            <a:r>
              <a:rPr lang="en-GB" dirty="0">
                <a:solidFill>
                  <a:schemeClr val="tx1"/>
                </a:solidFill>
              </a:rPr>
              <a:t>will send you to the principal’s office, or else have your parents see the principal.”</a:t>
            </a:r>
            <a:endParaRPr lang="en-PH" dirty="0">
              <a:solidFill>
                <a:schemeClr val="tx1"/>
              </a:solidFill>
            </a:endParaRPr>
          </a:p>
          <a:p>
            <a:pPr marL="514350" indent="-514350" algn="l">
              <a:buFont typeface="+mj-lt"/>
              <a:buAutoNum type="alphaUcPeriod"/>
            </a:pPr>
            <a:r>
              <a:rPr lang="en-GB" dirty="0" smtClean="0">
                <a:solidFill>
                  <a:schemeClr val="tx1"/>
                </a:solidFill>
              </a:rPr>
              <a:t>“You </a:t>
            </a:r>
            <a:r>
              <a:rPr lang="en-GB" dirty="0">
                <a:solidFill>
                  <a:schemeClr val="tx1"/>
                </a:solidFill>
              </a:rPr>
              <a:t>will get shortened recess or else receive more severe punishment.”</a:t>
            </a:r>
            <a:endParaRPr lang="en-PH" dirty="0">
              <a:solidFill>
                <a:schemeClr val="tx1"/>
              </a:solidFill>
            </a:endParaRPr>
          </a:p>
          <a:p>
            <a:pPr marL="514350" indent="-514350" algn="l">
              <a:buFont typeface="+mj-lt"/>
              <a:buAutoNum type="alphaUcPeriod"/>
            </a:pPr>
            <a:r>
              <a:rPr lang="en-GB" dirty="0" smtClean="0">
                <a:solidFill>
                  <a:schemeClr val="tx1"/>
                </a:solidFill>
              </a:rPr>
              <a:t>“I </a:t>
            </a:r>
            <a:r>
              <a:rPr lang="en-GB" dirty="0">
                <a:solidFill>
                  <a:schemeClr val="tx1"/>
                </a:solidFill>
              </a:rPr>
              <a:t>will work for your removal from class.”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39. Following </a:t>
            </a:r>
            <a:r>
              <a:rPr lang="en-GB" dirty="0">
                <a:solidFill>
                  <a:schemeClr val="tx1"/>
                </a:solidFill>
              </a:rPr>
              <a:t>the principles for punishing students, which of the following is the LEAST desirable strategy for </a:t>
            </a:r>
            <a:r>
              <a:rPr lang="en-GB" dirty="0" smtClean="0">
                <a:solidFill>
                  <a:schemeClr val="tx1"/>
                </a:solidFill>
              </a:rPr>
              <a:t>classroom </a:t>
            </a:r>
            <a:r>
              <a:rPr lang="en-GB" dirty="0">
                <a:solidFill>
                  <a:schemeClr val="tx1"/>
                </a:solidFill>
              </a:rPr>
              <a:t>management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Punishing </a:t>
            </a:r>
            <a:r>
              <a:rPr lang="en-GB" dirty="0">
                <a:solidFill>
                  <a:schemeClr val="tx1"/>
                </a:solidFill>
              </a:rPr>
              <a:t>while clarifying why punishment </a:t>
            </a:r>
            <a:r>
              <a:rPr lang="en-GB" dirty="0" smtClean="0">
                <a:solidFill>
                  <a:schemeClr val="tx1"/>
                </a:solidFill>
              </a:rPr>
              <a:t>is done</a:t>
            </a:r>
            <a:endParaRPr lang="en-PH" dirty="0">
              <a:solidFill>
                <a:schemeClr val="tx1"/>
              </a:solidFill>
            </a:endParaRPr>
          </a:p>
          <a:p>
            <a:pPr marL="514350" indent="-514350" algn="l">
              <a:buFont typeface="+mj-lt"/>
              <a:buAutoNum type="alphaUcPeriod"/>
            </a:pPr>
            <a:r>
              <a:rPr lang="en-GB" dirty="0" smtClean="0">
                <a:solidFill>
                  <a:schemeClr val="tx1"/>
                </a:solidFill>
              </a:rPr>
              <a:t>Punishing </a:t>
            </a:r>
            <a:r>
              <a:rPr lang="en-GB" dirty="0">
                <a:solidFill>
                  <a:schemeClr val="tx1"/>
                </a:solidFill>
              </a:rPr>
              <a:t>while angry</a:t>
            </a:r>
            <a:endParaRPr lang="en-PH" dirty="0">
              <a:solidFill>
                <a:schemeClr val="tx1"/>
              </a:solidFill>
            </a:endParaRPr>
          </a:p>
          <a:p>
            <a:pPr marL="514350" indent="-514350" algn="l">
              <a:buFont typeface="+mj-lt"/>
              <a:buAutoNum type="alphaUcPeriod"/>
            </a:pPr>
            <a:r>
              <a:rPr lang="en-GB" dirty="0" smtClean="0">
                <a:solidFill>
                  <a:schemeClr val="tx1"/>
                </a:solidFill>
              </a:rPr>
              <a:t>Punishing </a:t>
            </a:r>
            <a:r>
              <a:rPr lang="en-GB" dirty="0">
                <a:solidFill>
                  <a:schemeClr val="tx1"/>
                </a:solidFill>
              </a:rPr>
              <a:t>the erring student rather than the entire class</a:t>
            </a:r>
            <a:endParaRPr lang="en-PH" dirty="0">
              <a:solidFill>
                <a:schemeClr val="tx1"/>
              </a:solidFill>
            </a:endParaRPr>
          </a:p>
          <a:p>
            <a:pPr marL="514350" indent="-514350" algn="l">
              <a:buFont typeface="+mj-lt"/>
              <a:buAutoNum type="alphaUcPeriod"/>
            </a:pPr>
            <a:r>
              <a:rPr lang="en-GB" dirty="0" smtClean="0">
                <a:solidFill>
                  <a:schemeClr val="tx1"/>
                </a:solidFill>
              </a:rPr>
              <a:t>Give </a:t>
            </a:r>
            <a:r>
              <a:rPr lang="en-GB" dirty="0">
                <a:solidFill>
                  <a:schemeClr val="tx1"/>
                </a:solidFill>
              </a:rPr>
              <a:t>punishment sparingly</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40. Of </a:t>
            </a:r>
            <a:r>
              <a:rPr lang="en-GB" dirty="0">
                <a:solidFill>
                  <a:schemeClr val="tx1"/>
                </a:solidFill>
              </a:rPr>
              <a:t>subcategories of teacher movement behavior, what is happening when the teacher goes from topic or </a:t>
            </a:r>
            <a:r>
              <a:rPr lang="en-GB" dirty="0" smtClean="0">
                <a:solidFill>
                  <a:schemeClr val="tx1"/>
                </a:solidFill>
              </a:rPr>
              <a:t>activity to </a:t>
            </a:r>
            <a:r>
              <a:rPr lang="en-GB" dirty="0">
                <a:solidFill>
                  <a:schemeClr val="tx1"/>
                </a:solidFill>
              </a:rPr>
              <a:t>other topic or activities, lacking clear direction and sequence of activities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Truncation</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Dangle</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Thrust</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Flip-flop</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2923209" y="4795426"/>
            <a:ext cx="6070199" cy="814703"/>
          </a:xfrm>
          <a:prstGeom prst="rect">
            <a:avLst/>
          </a:prstGeom>
        </p:spPr>
        <p:txBody>
          <a:bodyPr wrap="square" lIns="82058" tIns="41029" rIns="82058" bIns="41029">
            <a:spAutoFit/>
          </a:bodyPr>
          <a:lstStyle/>
          <a:p>
            <a:pPr algn="ctr"/>
            <a:r>
              <a:rPr lang="en-US" sz="4800" b="1" spc="45" dirty="0">
                <a:ln w="38100">
                  <a:solidFill>
                    <a:schemeClr val="bg1"/>
                  </a:solidFill>
                </a:ln>
                <a:solidFill>
                  <a:srgbClr val="C00000"/>
                </a:solidFill>
                <a:effectLst>
                  <a:glow rad="101600">
                    <a:schemeClr val="tx1">
                      <a:alpha val="60000"/>
                    </a:schemeClr>
                  </a:glow>
                </a:effectLst>
                <a:latin typeface="Berlin Sans FB" pitchFamily="34" charset="0"/>
              </a:rPr>
              <a:t>OVERLAPPING</a:t>
            </a:r>
          </a:p>
        </p:txBody>
      </p:sp>
      <p:sp>
        <p:nvSpPr>
          <p:cNvPr id="6" name="Rectangle 5"/>
          <p:cNvSpPr/>
          <p:nvPr/>
        </p:nvSpPr>
        <p:spPr>
          <a:xfrm>
            <a:off x="3672630" y="1761993"/>
            <a:ext cx="4571355" cy="990800"/>
          </a:xfrm>
          <a:prstGeom prst="rect">
            <a:avLst/>
          </a:prstGeom>
        </p:spPr>
        <p:txBody>
          <a:bodyPr lIns="82058" tIns="41029" rIns="82058" bIns="41029">
            <a:spAutoFit/>
          </a:bodyPr>
          <a:lstStyle/>
          <a:p>
            <a:pPr algn="ctr"/>
            <a:r>
              <a:rPr lang="en-US" sz="5900" dirty="0">
                <a:latin typeface="Berlin Sans FB" pitchFamily="34" charset="0"/>
              </a:rPr>
              <a:t>Multi-tasking</a:t>
            </a:r>
          </a:p>
        </p:txBody>
      </p:sp>
      <p:pic>
        <p:nvPicPr>
          <p:cNvPr id="15362" name="Picture 2" descr="Description: https://www.mcssl.com/content/179059/Multi-Task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31" y="2839419"/>
            <a:ext cx="3531200" cy="2080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45838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2923209" y="4795426"/>
            <a:ext cx="6070199" cy="814703"/>
          </a:xfrm>
          <a:prstGeom prst="rect">
            <a:avLst/>
          </a:prstGeom>
        </p:spPr>
        <p:txBody>
          <a:bodyPr wrap="square" lIns="82058" tIns="41029" rIns="82058" bIns="41029">
            <a:spAutoFit/>
          </a:bodyPr>
          <a:lstStyle/>
          <a:p>
            <a:pPr algn="ctr"/>
            <a:r>
              <a:rPr lang="en-US" sz="4800" b="1" spc="45" dirty="0">
                <a:ln w="38100">
                  <a:solidFill>
                    <a:schemeClr val="bg1"/>
                  </a:solidFill>
                </a:ln>
                <a:solidFill>
                  <a:srgbClr val="C00000"/>
                </a:solidFill>
                <a:effectLst>
                  <a:glow rad="101600">
                    <a:schemeClr val="tx1">
                      <a:alpha val="60000"/>
                    </a:schemeClr>
                  </a:glow>
                </a:effectLst>
                <a:latin typeface="Berlin Sans FB" pitchFamily="34" charset="0"/>
              </a:rPr>
              <a:t>DANGLING</a:t>
            </a:r>
          </a:p>
        </p:txBody>
      </p:sp>
      <p:sp>
        <p:nvSpPr>
          <p:cNvPr id="6" name="Rectangle 5"/>
          <p:cNvSpPr/>
          <p:nvPr/>
        </p:nvSpPr>
        <p:spPr>
          <a:xfrm>
            <a:off x="3124200" y="1084855"/>
            <a:ext cx="4906241" cy="2298851"/>
          </a:xfrm>
          <a:prstGeom prst="rect">
            <a:avLst/>
          </a:prstGeom>
        </p:spPr>
        <p:txBody>
          <a:bodyPr wrap="square" lIns="82058" tIns="41029" rIns="82058" bIns="41029">
            <a:spAutoFit/>
          </a:bodyPr>
          <a:lstStyle/>
          <a:p>
            <a:pPr algn="ctr"/>
            <a:r>
              <a:rPr lang="en-US" sz="4800" dirty="0">
                <a:latin typeface="Berlin Sans FB" pitchFamily="34" charset="0"/>
              </a:rPr>
              <a:t>Teacher leaves a topic without having finalized it</a:t>
            </a:r>
          </a:p>
        </p:txBody>
      </p:sp>
      <p:pic>
        <p:nvPicPr>
          <p:cNvPr id="16386" name="Picture 2" descr="Image result for dangling 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820" y="3294530"/>
            <a:ext cx="3462462" cy="2054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02821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Image result for FLIP FLOP 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545" y="1613647"/>
            <a:ext cx="3686822" cy="410135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2923209" y="4795426"/>
            <a:ext cx="6070199" cy="814703"/>
          </a:xfrm>
          <a:prstGeom prst="rect">
            <a:avLst/>
          </a:prstGeom>
        </p:spPr>
        <p:txBody>
          <a:bodyPr wrap="square" lIns="82058" tIns="41029" rIns="82058" bIns="41029">
            <a:spAutoFit/>
          </a:bodyPr>
          <a:lstStyle/>
          <a:p>
            <a:pPr algn="ctr"/>
            <a:r>
              <a:rPr lang="en-US" sz="4800" b="1" spc="45" dirty="0">
                <a:ln w="38100">
                  <a:solidFill>
                    <a:schemeClr val="bg1"/>
                  </a:solidFill>
                </a:ln>
                <a:solidFill>
                  <a:srgbClr val="C00000"/>
                </a:solidFill>
                <a:effectLst>
                  <a:glow rad="101600">
                    <a:schemeClr val="tx1">
                      <a:alpha val="60000"/>
                    </a:schemeClr>
                  </a:glow>
                </a:effectLst>
                <a:latin typeface="Berlin Sans FB" pitchFamily="34" charset="0"/>
              </a:rPr>
              <a:t>FLIP-FLOP</a:t>
            </a:r>
          </a:p>
        </p:txBody>
      </p:sp>
      <p:sp>
        <p:nvSpPr>
          <p:cNvPr id="6" name="Rectangle 5"/>
          <p:cNvSpPr/>
          <p:nvPr/>
        </p:nvSpPr>
        <p:spPr>
          <a:xfrm>
            <a:off x="3459086" y="1084855"/>
            <a:ext cx="4992186" cy="3068713"/>
          </a:xfrm>
          <a:prstGeom prst="rect">
            <a:avLst/>
          </a:prstGeom>
        </p:spPr>
        <p:txBody>
          <a:bodyPr wrap="square" lIns="82058" tIns="41029" rIns="82058" bIns="41029">
            <a:spAutoFit/>
          </a:bodyPr>
          <a:lstStyle/>
          <a:p>
            <a:pPr algn="ctr"/>
            <a:r>
              <a:rPr lang="en-US" sz="3900" dirty="0">
                <a:latin typeface="Berlin Sans FB" pitchFamily="34" charset="0"/>
              </a:rPr>
              <a:t>Teacher is teaching a lesson on one topic, but then inserts unrelated material from a previous lesson.</a:t>
            </a:r>
          </a:p>
        </p:txBody>
      </p:sp>
    </p:spTree>
    <p:extLst>
      <p:ext uri="{BB962C8B-B14F-4D97-AF65-F5344CB8AC3E}">
        <p14:creationId xmlns:p14="http://schemas.microsoft.com/office/powerpoint/2010/main" val="104306170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22" y="1886557"/>
            <a:ext cx="3200400" cy="30919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1870026" y="4795426"/>
            <a:ext cx="7123382" cy="814703"/>
          </a:xfrm>
          <a:prstGeom prst="rect">
            <a:avLst/>
          </a:prstGeom>
        </p:spPr>
        <p:txBody>
          <a:bodyPr wrap="square" lIns="82058" tIns="41029" rIns="82058" bIns="41029">
            <a:spAutoFit/>
          </a:bodyPr>
          <a:lstStyle/>
          <a:p>
            <a:pPr algn="ctr"/>
            <a:r>
              <a:rPr lang="en-US" sz="4800" b="1" spc="45" dirty="0">
                <a:ln w="38100">
                  <a:solidFill>
                    <a:schemeClr val="bg1"/>
                  </a:solidFill>
                </a:ln>
                <a:solidFill>
                  <a:srgbClr val="C00000"/>
                </a:solidFill>
                <a:effectLst>
                  <a:glow rad="101600">
                    <a:schemeClr val="tx1">
                      <a:alpha val="60000"/>
                    </a:schemeClr>
                  </a:glow>
                </a:effectLst>
                <a:latin typeface="Berlin Sans FB" pitchFamily="34" charset="0"/>
              </a:rPr>
              <a:t>TRUNCATION</a:t>
            </a:r>
          </a:p>
        </p:txBody>
      </p:sp>
      <p:sp>
        <p:nvSpPr>
          <p:cNvPr id="6" name="Rectangle 5"/>
          <p:cNvSpPr/>
          <p:nvPr/>
        </p:nvSpPr>
        <p:spPr>
          <a:xfrm>
            <a:off x="3459086" y="1084855"/>
            <a:ext cx="4992186" cy="1560187"/>
          </a:xfrm>
          <a:prstGeom prst="rect">
            <a:avLst/>
          </a:prstGeom>
        </p:spPr>
        <p:txBody>
          <a:bodyPr wrap="square" lIns="82058" tIns="41029" rIns="82058" bIns="41029">
            <a:spAutoFit/>
          </a:bodyPr>
          <a:lstStyle/>
          <a:p>
            <a:pPr algn="ctr"/>
            <a:r>
              <a:rPr lang="en-US" sz="4800" b="1" dirty="0" smtClean="0">
                <a:latin typeface="Berlin Sans FB" pitchFamily="34" charset="0"/>
              </a:rPr>
              <a:t>Ending the topic abruptly.</a:t>
            </a:r>
            <a:endParaRPr lang="en-US" sz="4800" b="1" dirty="0">
              <a:latin typeface="Berlin Sans FB" pitchFamily="34" charset="0"/>
            </a:endParaRPr>
          </a:p>
        </p:txBody>
      </p:sp>
    </p:spTree>
    <p:extLst>
      <p:ext uri="{BB962C8B-B14F-4D97-AF65-F5344CB8AC3E}">
        <p14:creationId xmlns:p14="http://schemas.microsoft.com/office/powerpoint/2010/main" val="39058370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1870026" y="4795426"/>
            <a:ext cx="7123382" cy="814703"/>
          </a:xfrm>
          <a:prstGeom prst="rect">
            <a:avLst/>
          </a:prstGeom>
        </p:spPr>
        <p:txBody>
          <a:bodyPr wrap="square" lIns="82058" tIns="41029" rIns="82058" bIns="41029">
            <a:spAutoFit/>
          </a:bodyPr>
          <a:lstStyle/>
          <a:p>
            <a:pPr algn="ctr"/>
            <a:r>
              <a:rPr lang="en-US" sz="4800" b="1" spc="45" dirty="0" smtClean="0">
                <a:ln w="38100">
                  <a:solidFill>
                    <a:schemeClr val="bg1"/>
                  </a:solidFill>
                </a:ln>
                <a:solidFill>
                  <a:srgbClr val="C00000"/>
                </a:solidFill>
                <a:effectLst>
                  <a:glow rad="101600">
                    <a:schemeClr val="tx1">
                      <a:alpha val="60000"/>
                    </a:schemeClr>
                  </a:glow>
                </a:effectLst>
                <a:latin typeface="Berlin Sans FB" pitchFamily="34" charset="0"/>
              </a:rPr>
              <a:t>STIMULUS-BOUNDED</a:t>
            </a:r>
            <a:endParaRPr lang="en-US" sz="4800" b="1" spc="45" dirty="0">
              <a:ln w="38100">
                <a:solidFill>
                  <a:schemeClr val="bg1"/>
                </a:solidFill>
              </a:ln>
              <a:solidFill>
                <a:srgbClr val="C00000"/>
              </a:solidFill>
              <a:effectLst>
                <a:glow rad="101600">
                  <a:schemeClr val="tx1">
                    <a:alpha val="60000"/>
                  </a:schemeClr>
                </a:glow>
              </a:effectLst>
              <a:latin typeface="Berlin Sans FB" pitchFamily="34" charset="0"/>
            </a:endParaRPr>
          </a:p>
        </p:txBody>
      </p:sp>
      <p:sp>
        <p:nvSpPr>
          <p:cNvPr id="6" name="Rectangle 5"/>
          <p:cNvSpPr/>
          <p:nvPr/>
        </p:nvSpPr>
        <p:spPr>
          <a:xfrm>
            <a:off x="3459086" y="1084855"/>
            <a:ext cx="4992186" cy="1560187"/>
          </a:xfrm>
          <a:prstGeom prst="rect">
            <a:avLst/>
          </a:prstGeom>
        </p:spPr>
        <p:txBody>
          <a:bodyPr wrap="square" lIns="82058" tIns="41029" rIns="82058" bIns="41029">
            <a:spAutoFit/>
          </a:bodyPr>
          <a:lstStyle/>
          <a:p>
            <a:pPr algn="ctr"/>
            <a:r>
              <a:rPr lang="en-US" sz="4800" b="1" dirty="0" smtClean="0">
                <a:latin typeface="Berlin Sans FB" pitchFamily="34" charset="0"/>
              </a:rPr>
              <a:t>Gets easily distracted.</a:t>
            </a:r>
            <a:endParaRPr lang="en-US" sz="4800" b="1" dirty="0">
              <a:latin typeface="Berlin Sans FB" pitchFamily="34" charset="0"/>
            </a:endParaRPr>
          </a:p>
        </p:txBody>
      </p:sp>
      <p:pic>
        <p:nvPicPr>
          <p:cNvPr id="19458" name="Picture 2" descr="http://www.behavioradvisor.com/sbTied2Stak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637" y="1748117"/>
            <a:ext cx="2106365" cy="2912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309234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Image result for thrust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182" y="3324129"/>
            <a:ext cx="3590825" cy="2286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2923209" y="4795426"/>
            <a:ext cx="6070199" cy="814703"/>
          </a:xfrm>
          <a:prstGeom prst="rect">
            <a:avLst/>
          </a:prstGeom>
        </p:spPr>
        <p:txBody>
          <a:bodyPr wrap="square" lIns="82058" tIns="41029" rIns="82058" bIns="41029">
            <a:spAutoFit/>
          </a:bodyPr>
          <a:lstStyle/>
          <a:p>
            <a:pPr algn="ctr"/>
            <a:r>
              <a:rPr lang="en-US" sz="4800" b="1" spc="45" dirty="0">
                <a:ln w="38100">
                  <a:solidFill>
                    <a:schemeClr val="bg1"/>
                  </a:solidFill>
                </a:ln>
                <a:solidFill>
                  <a:srgbClr val="C00000"/>
                </a:solidFill>
                <a:effectLst>
                  <a:glow rad="101600">
                    <a:schemeClr val="tx1">
                      <a:alpha val="60000"/>
                    </a:schemeClr>
                  </a:glow>
                </a:effectLst>
                <a:latin typeface="Berlin Sans FB" pitchFamily="34" charset="0"/>
              </a:rPr>
              <a:t>THRUST</a:t>
            </a:r>
          </a:p>
        </p:txBody>
      </p:sp>
      <p:sp>
        <p:nvSpPr>
          <p:cNvPr id="6" name="Rectangle 5"/>
          <p:cNvSpPr/>
          <p:nvPr/>
        </p:nvSpPr>
        <p:spPr>
          <a:xfrm>
            <a:off x="3459086" y="1084855"/>
            <a:ext cx="4992186" cy="3083681"/>
          </a:xfrm>
          <a:prstGeom prst="rect">
            <a:avLst/>
          </a:prstGeom>
        </p:spPr>
        <p:txBody>
          <a:bodyPr wrap="square" lIns="82058" tIns="41029" rIns="82058" bIns="41029">
            <a:spAutoFit/>
          </a:bodyPr>
          <a:lstStyle/>
          <a:p>
            <a:pPr algn="ctr"/>
            <a:r>
              <a:rPr lang="en-US" sz="3900" b="1" dirty="0">
                <a:latin typeface="Berlin Sans FB" pitchFamily="34" charset="0"/>
              </a:rPr>
              <a:t>Teachers fail to give clear, well-worded directions when group attention was upon them.</a:t>
            </a:r>
          </a:p>
        </p:txBody>
      </p:sp>
    </p:spTree>
    <p:extLst>
      <p:ext uri="{BB962C8B-B14F-4D97-AF65-F5344CB8AC3E}">
        <p14:creationId xmlns:p14="http://schemas.microsoft.com/office/powerpoint/2010/main" val="43808073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457200" y="4795426"/>
            <a:ext cx="8536209" cy="821523"/>
          </a:xfrm>
          <a:prstGeom prst="rect">
            <a:avLst/>
          </a:prstGeom>
        </p:spPr>
        <p:txBody>
          <a:bodyPr wrap="square" lIns="82058" tIns="41029" rIns="82058" bIns="41029">
            <a:spAutoFit/>
          </a:bodyPr>
          <a:lstStyle/>
          <a:p>
            <a:pPr algn="ctr"/>
            <a:r>
              <a:rPr lang="en-US" sz="4800" b="1" spc="45" dirty="0" smtClean="0">
                <a:ln w="38100">
                  <a:solidFill>
                    <a:schemeClr val="bg1"/>
                  </a:solidFill>
                </a:ln>
                <a:solidFill>
                  <a:srgbClr val="C00000"/>
                </a:solidFill>
                <a:effectLst>
                  <a:glow rad="101600">
                    <a:schemeClr val="tx1">
                      <a:alpha val="60000"/>
                    </a:schemeClr>
                  </a:glow>
                </a:effectLst>
                <a:latin typeface="Berlin Sans FB" pitchFamily="34" charset="0"/>
              </a:rPr>
              <a:t>MOMENTUM</a:t>
            </a:r>
            <a:endParaRPr lang="en-US" sz="4800" b="1" spc="45" dirty="0">
              <a:ln w="38100">
                <a:solidFill>
                  <a:schemeClr val="bg1"/>
                </a:solidFill>
              </a:ln>
              <a:solidFill>
                <a:srgbClr val="C00000"/>
              </a:solidFill>
              <a:effectLst>
                <a:glow rad="101600">
                  <a:schemeClr val="tx1">
                    <a:alpha val="60000"/>
                  </a:schemeClr>
                </a:glow>
              </a:effectLst>
              <a:latin typeface="Berlin Sans FB" pitchFamily="34" charset="0"/>
            </a:endParaRPr>
          </a:p>
        </p:txBody>
      </p:sp>
      <p:sp>
        <p:nvSpPr>
          <p:cNvPr id="6" name="Rectangle 5"/>
          <p:cNvSpPr/>
          <p:nvPr/>
        </p:nvSpPr>
        <p:spPr>
          <a:xfrm>
            <a:off x="3459086" y="1084855"/>
            <a:ext cx="4992186" cy="683024"/>
          </a:xfrm>
          <a:prstGeom prst="rect">
            <a:avLst/>
          </a:prstGeom>
        </p:spPr>
        <p:txBody>
          <a:bodyPr wrap="square" lIns="82058" tIns="41029" rIns="82058" bIns="41029">
            <a:spAutoFit/>
          </a:bodyPr>
          <a:lstStyle/>
          <a:p>
            <a:pPr algn="ctr"/>
            <a:r>
              <a:rPr lang="en-US" sz="3900" b="1" dirty="0">
                <a:latin typeface="Berlin Sans FB" pitchFamily="34" charset="0"/>
              </a:rPr>
              <a:t>P</a:t>
            </a:r>
            <a:r>
              <a:rPr lang="en-US" sz="3900" b="1" dirty="0" smtClean="0">
                <a:latin typeface="Berlin Sans FB" pitchFamily="34" charset="0"/>
              </a:rPr>
              <a:t>ace </a:t>
            </a:r>
            <a:r>
              <a:rPr lang="en-US" sz="3900" b="1" dirty="0">
                <a:latin typeface="Berlin Sans FB" pitchFamily="34" charset="0"/>
              </a:rPr>
              <a:t>of a </a:t>
            </a:r>
            <a:r>
              <a:rPr lang="en-US" sz="3900" b="1" dirty="0" smtClean="0">
                <a:latin typeface="Berlin Sans FB" pitchFamily="34" charset="0"/>
              </a:rPr>
              <a:t>lesson.</a:t>
            </a:r>
            <a:endParaRPr lang="en-US" sz="3900" b="1" dirty="0">
              <a:latin typeface="Berlin Sans FB" pitchFamily="34" charset="0"/>
            </a:endParaRPr>
          </a:p>
        </p:txBody>
      </p:sp>
      <p:pic>
        <p:nvPicPr>
          <p:cNvPr id="4098" name="Picture 2" descr="Image result for momentum 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18" y="1200719"/>
            <a:ext cx="3963304" cy="3963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47137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457200" y="4795426"/>
            <a:ext cx="8536209" cy="821523"/>
          </a:xfrm>
          <a:prstGeom prst="rect">
            <a:avLst/>
          </a:prstGeom>
        </p:spPr>
        <p:txBody>
          <a:bodyPr wrap="square" lIns="82058" tIns="41029" rIns="82058" bIns="41029">
            <a:spAutoFit/>
          </a:bodyPr>
          <a:lstStyle/>
          <a:p>
            <a:pPr algn="ctr"/>
            <a:r>
              <a:rPr lang="en-US" sz="4800" b="1" spc="45" dirty="0" smtClean="0">
                <a:ln w="38100">
                  <a:solidFill>
                    <a:schemeClr val="bg1"/>
                  </a:solidFill>
                </a:ln>
                <a:solidFill>
                  <a:srgbClr val="C00000"/>
                </a:solidFill>
                <a:effectLst>
                  <a:glow rad="101600">
                    <a:schemeClr val="tx1">
                      <a:alpha val="60000"/>
                    </a:schemeClr>
                  </a:glow>
                </a:effectLst>
                <a:latin typeface="Berlin Sans FB" pitchFamily="34" charset="0"/>
              </a:rPr>
              <a:t>GROUP FOCUS</a:t>
            </a:r>
            <a:endParaRPr lang="en-US" sz="4800" b="1" spc="45" dirty="0">
              <a:ln w="38100">
                <a:solidFill>
                  <a:schemeClr val="bg1"/>
                </a:solidFill>
              </a:ln>
              <a:solidFill>
                <a:srgbClr val="C00000"/>
              </a:solidFill>
              <a:effectLst>
                <a:glow rad="101600">
                  <a:schemeClr val="tx1">
                    <a:alpha val="60000"/>
                  </a:schemeClr>
                </a:glow>
              </a:effectLst>
              <a:latin typeface="Berlin Sans FB" pitchFamily="34" charset="0"/>
            </a:endParaRPr>
          </a:p>
        </p:txBody>
      </p:sp>
      <p:sp>
        <p:nvSpPr>
          <p:cNvPr id="6" name="Rectangle 5"/>
          <p:cNvSpPr/>
          <p:nvPr/>
        </p:nvSpPr>
        <p:spPr>
          <a:xfrm>
            <a:off x="3459086" y="1084855"/>
            <a:ext cx="4992186" cy="1883352"/>
          </a:xfrm>
          <a:prstGeom prst="rect">
            <a:avLst/>
          </a:prstGeom>
        </p:spPr>
        <p:txBody>
          <a:bodyPr wrap="square" lIns="82058" tIns="41029" rIns="82058" bIns="41029">
            <a:spAutoFit/>
          </a:bodyPr>
          <a:lstStyle/>
          <a:p>
            <a:pPr algn="ctr"/>
            <a:r>
              <a:rPr lang="en-US" sz="3900" b="1" dirty="0" smtClean="0">
                <a:latin typeface="Berlin Sans FB" pitchFamily="34" charset="0"/>
              </a:rPr>
              <a:t>Allow group to actively participate.</a:t>
            </a:r>
            <a:endParaRPr lang="en-US" sz="3900" b="1" dirty="0">
              <a:latin typeface="Berlin Sans FB" pitchFamily="34" charset="0"/>
            </a:endParaRPr>
          </a:p>
        </p:txBody>
      </p:sp>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00561"/>
            <a:ext cx="3810000"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80081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088" y="496924"/>
            <a:ext cx="6149351" cy="4684987"/>
          </a:xfrm>
          <a:prstGeom prst="rect">
            <a:avLst/>
          </a:prstGeom>
        </p:spPr>
      </p:pic>
      <p:sp>
        <p:nvSpPr>
          <p:cNvPr id="4" name="Rectangle 3"/>
          <p:cNvSpPr/>
          <p:nvPr/>
        </p:nvSpPr>
        <p:spPr>
          <a:xfrm>
            <a:off x="457200" y="4795426"/>
            <a:ext cx="8536209" cy="821523"/>
          </a:xfrm>
          <a:prstGeom prst="rect">
            <a:avLst/>
          </a:prstGeom>
        </p:spPr>
        <p:txBody>
          <a:bodyPr wrap="square" lIns="82058" tIns="41029" rIns="82058" bIns="41029">
            <a:spAutoFit/>
          </a:bodyPr>
          <a:lstStyle/>
          <a:p>
            <a:pPr algn="ctr"/>
            <a:r>
              <a:rPr lang="en-US" sz="4800" b="1" spc="45" dirty="0" smtClean="0">
                <a:ln w="38100">
                  <a:solidFill>
                    <a:schemeClr val="bg1"/>
                  </a:solidFill>
                </a:ln>
                <a:solidFill>
                  <a:srgbClr val="C00000"/>
                </a:solidFill>
                <a:effectLst>
                  <a:glow rad="101600">
                    <a:schemeClr val="tx1">
                      <a:alpha val="60000"/>
                    </a:schemeClr>
                  </a:glow>
                </a:effectLst>
                <a:latin typeface="Berlin Sans FB" pitchFamily="34" charset="0"/>
              </a:rPr>
              <a:t>SMOOTHNESS</a:t>
            </a:r>
            <a:endParaRPr lang="en-US" sz="4800" b="1" spc="45" dirty="0">
              <a:ln w="38100">
                <a:solidFill>
                  <a:schemeClr val="bg1"/>
                </a:solidFill>
              </a:ln>
              <a:solidFill>
                <a:srgbClr val="C00000"/>
              </a:solidFill>
              <a:effectLst>
                <a:glow rad="101600">
                  <a:schemeClr val="tx1">
                    <a:alpha val="60000"/>
                  </a:schemeClr>
                </a:glow>
              </a:effectLst>
              <a:latin typeface="Berlin Sans FB" pitchFamily="34" charset="0"/>
            </a:endParaRPr>
          </a:p>
        </p:txBody>
      </p:sp>
      <p:sp>
        <p:nvSpPr>
          <p:cNvPr id="6" name="Rectangle 5"/>
          <p:cNvSpPr/>
          <p:nvPr/>
        </p:nvSpPr>
        <p:spPr>
          <a:xfrm>
            <a:off x="3459086" y="1084855"/>
            <a:ext cx="4992186" cy="683024"/>
          </a:xfrm>
          <a:prstGeom prst="rect">
            <a:avLst/>
          </a:prstGeom>
        </p:spPr>
        <p:txBody>
          <a:bodyPr wrap="square" lIns="82058" tIns="41029" rIns="82058" bIns="41029">
            <a:spAutoFit/>
          </a:bodyPr>
          <a:lstStyle/>
          <a:p>
            <a:pPr algn="ctr"/>
            <a:r>
              <a:rPr lang="en-US" sz="3900" b="1" dirty="0" smtClean="0">
                <a:latin typeface="Berlin Sans FB" pitchFamily="34" charset="0"/>
              </a:rPr>
              <a:t>Avoiding dangle.</a:t>
            </a:r>
            <a:endParaRPr lang="en-US" sz="3900" b="1" dirty="0">
              <a:latin typeface="Berlin Sans FB" pitchFamily="34" charset="0"/>
            </a:endParaRPr>
          </a:p>
        </p:txBody>
      </p:sp>
      <p:pic>
        <p:nvPicPr>
          <p:cNvPr id="3074" name="Picture 2" descr="Image result for flow 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3375"/>
            <a:ext cx="5156616"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10876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41. What </a:t>
            </a:r>
            <a:r>
              <a:rPr lang="en-GB" dirty="0">
                <a:solidFill>
                  <a:schemeClr val="tx1"/>
                </a:solidFill>
              </a:rPr>
              <a:t>should be the immediate reaction to a student angered and making personal remarks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Get </a:t>
            </a:r>
            <a:r>
              <a:rPr lang="en-GB" dirty="0">
                <a:solidFill>
                  <a:schemeClr val="tx1"/>
                </a:solidFill>
              </a:rPr>
              <a:t>physical on the </a:t>
            </a:r>
            <a:r>
              <a:rPr lang="en-GB" dirty="0" smtClean="0">
                <a:solidFill>
                  <a:schemeClr val="tx1"/>
                </a:solidFill>
              </a:rPr>
              <a:t>student</a:t>
            </a:r>
          </a:p>
          <a:p>
            <a:pPr marL="514350" indent="-514350" algn="l">
              <a:buFont typeface="+mj-lt"/>
              <a:buAutoNum type="alphaUcPeriod"/>
            </a:pPr>
            <a:r>
              <a:rPr lang="en-GB" dirty="0" smtClean="0">
                <a:solidFill>
                  <a:schemeClr val="tx1"/>
                </a:solidFill>
              </a:rPr>
              <a:t>Leave </a:t>
            </a:r>
            <a:r>
              <a:rPr lang="en-GB" dirty="0">
                <a:solidFill>
                  <a:schemeClr val="tx1"/>
                </a:solidFill>
              </a:rPr>
              <a:t>the room 	</a:t>
            </a:r>
            <a:endParaRPr lang="en-GB" dirty="0" smtClean="0">
              <a:solidFill>
                <a:schemeClr val="tx1"/>
              </a:solidFill>
            </a:endParaRPr>
          </a:p>
          <a:p>
            <a:pPr marL="514350" indent="-514350" algn="l">
              <a:buFont typeface="+mj-lt"/>
              <a:buAutoNum type="alphaUcPeriod"/>
            </a:pPr>
            <a:r>
              <a:rPr lang="en-GB" dirty="0" smtClean="0">
                <a:solidFill>
                  <a:schemeClr val="tx1"/>
                </a:solidFill>
              </a:rPr>
              <a:t>Meet </a:t>
            </a:r>
            <a:r>
              <a:rPr lang="en-GB" dirty="0">
                <a:solidFill>
                  <a:schemeClr val="tx1"/>
                </a:solidFill>
              </a:rPr>
              <a:t>anger with anger </a:t>
            </a:r>
            <a:endParaRPr lang="en-PH" dirty="0">
              <a:solidFill>
                <a:schemeClr val="tx1"/>
              </a:solidFill>
            </a:endParaRPr>
          </a:p>
          <a:p>
            <a:pPr marL="514350" indent="-514350" algn="l">
              <a:buFont typeface="+mj-lt"/>
              <a:buAutoNum type="alphaUcPeriod"/>
            </a:pPr>
            <a:r>
              <a:rPr lang="en-GB" dirty="0" smtClean="0">
                <a:solidFill>
                  <a:schemeClr val="tx1"/>
                </a:solidFill>
              </a:rPr>
              <a:t>Get </a:t>
            </a:r>
            <a:r>
              <a:rPr lang="en-GB" dirty="0">
                <a:solidFill>
                  <a:schemeClr val="tx1"/>
                </a:solidFill>
              </a:rPr>
              <a:t>student to calm down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194375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42. As </a:t>
            </a:r>
            <a:r>
              <a:rPr lang="en-GB" dirty="0">
                <a:solidFill>
                  <a:schemeClr val="tx1"/>
                </a:solidFill>
              </a:rPr>
              <a:t>preventive measure for classroom discipline, the teacher may restructure the program. How is this not done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Teach </a:t>
            </a:r>
            <a:r>
              <a:rPr lang="en-GB" dirty="0">
                <a:solidFill>
                  <a:schemeClr val="tx1"/>
                </a:solidFill>
              </a:rPr>
              <a:t>again lessons difficult to understand</a:t>
            </a:r>
            <a:endParaRPr lang="en-PH" dirty="0">
              <a:solidFill>
                <a:schemeClr val="tx1"/>
              </a:solidFill>
            </a:endParaRPr>
          </a:p>
          <a:p>
            <a:pPr marL="514350" indent="-514350" algn="l">
              <a:buFont typeface="+mj-lt"/>
              <a:buAutoNum type="alphaUcPeriod"/>
            </a:pPr>
            <a:r>
              <a:rPr lang="en-GB" dirty="0" smtClean="0">
                <a:solidFill>
                  <a:schemeClr val="tx1"/>
                </a:solidFill>
              </a:rPr>
              <a:t>Remove </a:t>
            </a:r>
            <a:r>
              <a:rPr lang="en-GB" dirty="0">
                <a:solidFill>
                  <a:schemeClr val="tx1"/>
                </a:solidFill>
              </a:rPr>
              <a:t>tension level before processing </a:t>
            </a:r>
            <a:r>
              <a:rPr lang="en-GB" dirty="0" smtClean="0">
                <a:solidFill>
                  <a:schemeClr val="tx1"/>
                </a:solidFill>
              </a:rPr>
              <a:t>with lesson</a:t>
            </a:r>
            <a:endParaRPr lang="en-PH" dirty="0">
              <a:solidFill>
                <a:schemeClr val="tx1"/>
              </a:solidFill>
            </a:endParaRPr>
          </a:p>
          <a:p>
            <a:pPr marL="514350" indent="-514350" algn="l">
              <a:buFont typeface="+mj-lt"/>
              <a:buAutoNum type="alphaUcPeriod"/>
            </a:pPr>
            <a:r>
              <a:rPr lang="en-GB" dirty="0" smtClean="0">
                <a:solidFill>
                  <a:schemeClr val="tx1"/>
                </a:solidFill>
              </a:rPr>
              <a:t>Modify </a:t>
            </a:r>
            <a:r>
              <a:rPr lang="en-GB" dirty="0">
                <a:solidFill>
                  <a:schemeClr val="tx1"/>
                </a:solidFill>
              </a:rPr>
              <a:t>lesson</a:t>
            </a:r>
            <a:endParaRPr lang="en-PH" dirty="0">
              <a:solidFill>
                <a:schemeClr val="tx1"/>
              </a:solidFill>
            </a:endParaRPr>
          </a:p>
          <a:p>
            <a:pPr marL="514350" indent="-514350" algn="l">
              <a:buFont typeface="+mj-lt"/>
              <a:buAutoNum type="alphaUcPeriod"/>
            </a:pPr>
            <a:r>
              <a:rPr lang="en-GB" dirty="0" smtClean="0">
                <a:solidFill>
                  <a:schemeClr val="tx1"/>
                </a:solidFill>
              </a:rPr>
              <a:t>Skip </a:t>
            </a:r>
            <a:r>
              <a:rPr lang="en-GB" dirty="0">
                <a:solidFill>
                  <a:schemeClr val="tx1"/>
                </a:solidFill>
              </a:rPr>
              <a:t>whole lesson unit altogether</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43. Which </a:t>
            </a:r>
            <a:r>
              <a:rPr lang="en-GB" dirty="0">
                <a:solidFill>
                  <a:schemeClr val="tx1"/>
                </a:solidFill>
              </a:rPr>
              <a:t>of the following is not an indicator of a supportive learning environment? </a:t>
            </a:r>
            <a:endParaRPr lang="en-PH" dirty="0">
              <a:solidFill>
                <a:schemeClr val="tx1"/>
              </a:solidFill>
            </a:endParaRPr>
          </a:p>
          <a:p>
            <a:pPr marL="514350" indent="-514350" algn="l">
              <a:buFont typeface="+mj-lt"/>
              <a:buAutoNum type="alphaUcPeriod"/>
            </a:pPr>
            <a:r>
              <a:rPr lang="en-GB" dirty="0" smtClean="0">
                <a:solidFill>
                  <a:schemeClr val="tx1"/>
                </a:solidFill>
              </a:rPr>
              <a:t>Student’s </a:t>
            </a:r>
            <a:r>
              <a:rPr lang="en-GB" dirty="0">
                <a:solidFill>
                  <a:schemeClr val="tx1"/>
                </a:solidFill>
              </a:rPr>
              <a:t>responsibility for </a:t>
            </a:r>
            <a:r>
              <a:rPr lang="en-GB" dirty="0" smtClean="0">
                <a:solidFill>
                  <a:schemeClr val="tx1"/>
                </a:solidFill>
              </a:rPr>
              <a:t>learning</a:t>
            </a:r>
          </a:p>
          <a:p>
            <a:pPr marL="514350" indent="-514350" algn="l">
              <a:buFont typeface="+mj-lt"/>
              <a:buAutoNum type="alphaUcPeriod"/>
            </a:pPr>
            <a:r>
              <a:rPr lang="en-GB" dirty="0" smtClean="0">
                <a:solidFill>
                  <a:schemeClr val="tx1"/>
                </a:solidFill>
              </a:rPr>
              <a:t>Warm </a:t>
            </a:r>
            <a:r>
              <a:rPr lang="en-GB" dirty="0">
                <a:solidFill>
                  <a:schemeClr val="tx1"/>
                </a:solidFill>
              </a:rPr>
              <a:t>and friendly </a:t>
            </a:r>
            <a:r>
              <a:rPr lang="en-GB" dirty="0" smtClean="0">
                <a:solidFill>
                  <a:schemeClr val="tx1"/>
                </a:solidFill>
              </a:rPr>
              <a:t>environment</a:t>
            </a:r>
          </a:p>
          <a:p>
            <a:pPr marL="514350" indent="-514350" algn="l">
              <a:buFont typeface="+mj-lt"/>
              <a:buAutoNum type="alphaUcPeriod"/>
            </a:pPr>
            <a:r>
              <a:rPr lang="en-GB" dirty="0" smtClean="0">
                <a:solidFill>
                  <a:schemeClr val="tx1"/>
                </a:solidFill>
              </a:rPr>
              <a:t>Increase </a:t>
            </a:r>
            <a:r>
              <a:rPr lang="en-GB" dirty="0">
                <a:solidFill>
                  <a:schemeClr val="tx1"/>
                </a:solidFill>
              </a:rPr>
              <a:t>in student-teacher bonding </a:t>
            </a:r>
            <a:endParaRPr lang="en-PH" dirty="0">
              <a:solidFill>
                <a:schemeClr val="tx1"/>
              </a:solidFill>
            </a:endParaRPr>
          </a:p>
          <a:p>
            <a:pPr marL="514350" indent="-514350" algn="l">
              <a:buFont typeface="+mj-lt"/>
              <a:buAutoNum type="alphaUcPeriod"/>
            </a:pPr>
            <a:r>
              <a:rPr lang="en-GB" dirty="0" smtClean="0">
                <a:solidFill>
                  <a:schemeClr val="tx1"/>
                </a:solidFill>
              </a:rPr>
              <a:t>High </a:t>
            </a:r>
            <a:r>
              <a:rPr lang="en-GB" dirty="0">
                <a:solidFill>
                  <a:schemeClr val="tx1"/>
                </a:solidFill>
              </a:rPr>
              <a:t>use of audiovisuals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44. Among </a:t>
            </a:r>
            <a:r>
              <a:rPr lang="en-GB" dirty="0">
                <a:solidFill>
                  <a:schemeClr val="tx1"/>
                </a:solidFill>
              </a:rPr>
              <a:t>the components in the instructional framework for learning strategies, which is demonstrated by </a:t>
            </a:r>
            <a:r>
              <a:rPr lang="en-GB" dirty="0" smtClean="0">
                <a:solidFill>
                  <a:schemeClr val="tx1"/>
                </a:solidFill>
              </a:rPr>
              <a:t>teacher Ana </a:t>
            </a:r>
            <a:r>
              <a:rPr lang="en-GB" dirty="0">
                <a:solidFill>
                  <a:schemeClr val="tx1"/>
                </a:solidFill>
              </a:rPr>
              <a:t>who assigns homework for students to do on their own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Independent practice</a:t>
            </a:r>
            <a:endParaRPr lang="en-GB" dirty="0">
              <a:solidFill>
                <a:schemeClr val="tx1"/>
              </a:solidFill>
            </a:endParaRPr>
          </a:p>
          <a:p>
            <a:pPr marL="514350" indent="-514350" algn="l">
              <a:buFont typeface="+mj-lt"/>
              <a:buAutoNum type="alphaUcPeriod"/>
            </a:pPr>
            <a:r>
              <a:rPr lang="en-GB" dirty="0" smtClean="0">
                <a:solidFill>
                  <a:schemeClr val="tx1"/>
                </a:solidFill>
              </a:rPr>
              <a:t>Review</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Consolidation</a:t>
            </a:r>
            <a:endParaRPr lang="en-PH" dirty="0">
              <a:solidFill>
                <a:schemeClr val="tx1"/>
              </a:solidFill>
            </a:endParaRPr>
          </a:p>
          <a:p>
            <a:pPr marL="514350" indent="-514350" algn="l">
              <a:buFont typeface="+mj-lt"/>
              <a:buAutoNum type="alphaUcPeriod"/>
            </a:pPr>
            <a:r>
              <a:rPr lang="en-GB" dirty="0" smtClean="0">
                <a:solidFill>
                  <a:schemeClr val="tx1"/>
                </a:solidFill>
              </a:rPr>
              <a:t>Modeling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45. What </a:t>
            </a:r>
            <a:r>
              <a:rPr lang="en-GB" dirty="0">
                <a:solidFill>
                  <a:schemeClr val="tx1"/>
                </a:solidFill>
              </a:rPr>
              <a:t>is the framework in providing students with templates and explaining the steps for developing a research </a:t>
            </a:r>
            <a:r>
              <a:rPr lang="en-GB" dirty="0" smtClean="0">
                <a:solidFill>
                  <a:schemeClr val="tx1"/>
                </a:solidFill>
              </a:rPr>
              <a:t>paper</a:t>
            </a:r>
            <a:r>
              <a:rPr lang="en-GB" dirty="0">
                <a:solidFill>
                  <a:schemeClr val="tx1"/>
                </a:solidFill>
              </a:rPr>
              <a:t>? </a:t>
            </a:r>
            <a:endParaRPr lang="en-PH" dirty="0">
              <a:solidFill>
                <a:schemeClr val="tx1"/>
              </a:solidFill>
            </a:endParaRPr>
          </a:p>
          <a:p>
            <a:pPr marL="514350" indent="-514350" algn="l">
              <a:buFont typeface="+mj-lt"/>
              <a:buAutoNum type="alphaUcPeriod"/>
            </a:pPr>
            <a:r>
              <a:rPr lang="en-GB" dirty="0" smtClean="0">
                <a:solidFill>
                  <a:schemeClr val="tx1"/>
                </a:solidFill>
              </a:rPr>
              <a:t>Consolidation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Modeling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Review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Guided </a:t>
            </a:r>
            <a:r>
              <a:rPr lang="en-GB" dirty="0">
                <a:solidFill>
                  <a:schemeClr val="tx1"/>
                </a:solidFill>
              </a:rPr>
              <a:t>practice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496924"/>
            <a:ext cx="8667039" cy="4684987"/>
          </a:xfrm>
          <a:prstGeom prst="rect">
            <a:avLst/>
          </a:prstGeom>
        </p:spPr>
      </p:pic>
      <p:sp>
        <p:nvSpPr>
          <p:cNvPr id="4" name="Rectangle 3"/>
          <p:cNvSpPr/>
          <p:nvPr/>
        </p:nvSpPr>
        <p:spPr>
          <a:xfrm>
            <a:off x="2923209" y="4795426"/>
            <a:ext cx="6070199" cy="814703"/>
          </a:xfrm>
          <a:prstGeom prst="rect">
            <a:avLst/>
          </a:prstGeom>
        </p:spPr>
        <p:txBody>
          <a:bodyPr wrap="square" lIns="82058" tIns="41029" rIns="82058" bIns="41029">
            <a:spAutoFit/>
          </a:bodyPr>
          <a:lstStyle/>
          <a:p>
            <a:pPr algn="ctr"/>
            <a:r>
              <a:rPr lang="en-US" sz="4800" b="1" spc="45" dirty="0" smtClean="0">
                <a:ln w="38100">
                  <a:solidFill>
                    <a:schemeClr val="bg1"/>
                  </a:solidFill>
                </a:ln>
                <a:solidFill>
                  <a:srgbClr val="C00000"/>
                </a:solidFill>
                <a:effectLst>
                  <a:glow rad="101600">
                    <a:schemeClr val="tx1">
                      <a:alpha val="60000"/>
                    </a:schemeClr>
                  </a:glow>
                </a:effectLst>
                <a:latin typeface="Berlin Sans FB" pitchFamily="34" charset="0"/>
              </a:rPr>
              <a:t>MODELING</a:t>
            </a:r>
            <a:endParaRPr lang="en-US" sz="4800" b="1" spc="45" dirty="0">
              <a:ln w="38100">
                <a:solidFill>
                  <a:schemeClr val="bg1"/>
                </a:solidFill>
              </a:ln>
              <a:solidFill>
                <a:srgbClr val="C00000"/>
              </a:solidFill>
              <a:effectLst>
                <a:glow rad="101600">
                  <a:schemeClr val="tx1">
                    <a:alpha val="60000"/>
                  </a:schemeClr>
                </a:glow>
              </a:effectLst>
              <a:latin typeface="Berlin Sans FB" pitchFamily="34" charset="0"/>
            </a:endParaRPr>
          </a:p>
        </p:txBody>
      </p:sp>
      <p:sp>
        <p:nvSpPr>
          <p:cNvPr id="6" name="Rectangle 5"/>
          <p:cNvSpPr/>
          <p:nvPr/>
        </p:nvSpPr>
        <p:spPr>
          <a:xfrm>
            <a:off x="914400" y="1084855"/>
            <a:ext cx="7116041" cy="3776178"/>
          </a:xfrm>
          <a:prstGeom prst="rect">
            <a:avLst/>
          </a:prstGeom>
        </p:spPr>
        <p:txBody>
          <a:bodyPr wrap="square" lIns="82058" tIns="41029" rIns="82058" bIns="41029">
            <a:spAutoFit/>
          </a:bodyPr>
          <a:lstStyle/>
          <a:p>
            <a:pPr algn="ctr"/>
            <a:r>
              <a:rPr lang="en-US" sz="4800" dirty="0"/>
              <a:t>S</a:t>
            </a:r>
            <a:r>
              <a:rPr lang="en-US" sz="4800" dirty="0" smtClean="0"/>
              <a:t>hows </a:t>
            </a:r>
            <a:r>
              <a:rPr lang="en-US" sz="4800" dirty="0"/>
              <a:t>students exactly what expectations are and gives </a:t>
            </a:r>
            <a:r>
              <a:rPr lang="en-US" sz="4800" dirty="0">
                <a:solidFill>
                  <a:srgbClr val="FF0000"/>
                </a:solidFill>
              </a:rPr>
              <a:t>step by step </a:t>
            </a:r>
            <a:r>
              <a:rPr lang="en-US" sz="4800" dirty="0"/>
              <a:t>instructions for skills/tasks such as working a </a:t>
            </a:r>
            <a:r>
              <a:rPr lang="en-US" sz="4800" dirty="0" smtClean="0"/>
              <a:t>problem.</a:t>
            </a:r>
            <a:endParaRPr lang="en-US" sz="4800" dirty="0">
              <a:latin typeface="Berlin Sans FB" pitchFamily="34" charset="0"/>
            </a:endParaRPr>
          </a:p>
        </p:txBody>
      </p:sp>
    </p:spTree>
    <p:extLst>
      <p:ext uri="{BB962C8B-B14F-4D97-AF65-F5344CB8AC3E}">
        <p14:creationId xmlns:p14="http://schemas.microsoft.com/office/powerpoint/2010/main" val="200779582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496924"/>
            <a:ext cx="8667039" cy="4684987"/>
          </a:xfrm>
          <a:prstGeom prst="rect">
            <a:avLst/>
          </a:prstGeom>
        </p:spPr>
      </p:pic>
      <p:sp>
        <p:nvSpPr>
          <p:cNvPr id="4" name="Rectangle 3"/>
          <p:cNvSpPr/>
          <p:nvPr/>
        </p:nvSpPr>
        <p:spPr>
          <a:xfrm>
            <a:off x="2923209" y="4795426"/>
            <a:ext cx="6070199" cy="814703"/>
          </a:xfrm>
          <a:prstGeom prst="rect">
            <a:avLst/>
          </a:prstGeom>
        </p:spPr>
        <p:txBody>
          <a:bodyPr wrap="square" lIns="82058" tIns="41029" rIns="82058" bIns="41029">
            <a:spAutoFit/>
          </a:bodyPr>
          <a:lstStyle/>
          <a:p>
            <a:pPr algn="ctr"/>
            <a:r>
              <a:rPr lang="en-US" sz="4800" b="1" spc="45" dirty="0" smtClean="0">
                <a:ln w="38100">
                  <a:solidFill>
                    <a:schemeClr val="bg1"/>
                  </a:solidFill>
                </a:ln>
                <a:solidFill>
                  <a:srgbClr val="C00000"/>
                </a:solidFill>
                <a:effectLst>
                  <a:glow rad="101600">
                    <a:schemeClr val="tx1">
                      <a:alpha val="60000"/>
                    </a:schemeClr>
                  </a:glow>
                </a:effectLst>
                <a:latin typeface="Berlin Sans FB" pitchFamily="34" charset="0"/>
              </a:rPr>
              <a:t>GUIDED PRACTICE</a:t>
            </a:r>
            <a:endParaRPr lang="en-US" sz="4800" b="1" spc="45" dirty="0">
              <a:ln w="38100">
                <a:solidFill>
                  <a:schemeClr val="bg1"/>
                </a:solidFill>
              </a:ln>
              <a:solidFill>
                <a:srgbClr val="C00000"/>
              </a:solidFill>
              <a:effectLst>
                <a:glow rad="101600">
                  <a:schemeClr val="tx1">
                    <a:alpha val="60000"/>
                  </a:schemeClr>
                </a:glow>
              </a:effectLst>
              <a:latin typeface="Berlin Sans FB" pitchFamily="34" charset="0"/>
            </a:endParaRPr>
          </a:p>
        </p:txBody>
      </p:sp>
      <p:sp>
        <p:nvSpPr>
          <p:cNvPr id="6" name="Rectangle 5"/>
          <p:cNvSpPr/>
          <p:nvPr/>
        </p:nvSpPr>
        <p:spPr>
          <a:xfrm>
            <a:off x="914400" y="1084855"/>
            <a:ext cx="7116041" cy="3037514"/>
          </a:xfrm>
          <a:prstGeom prst="rect">
            <a:avLst/>
          </a:prstGeom>
        </p:spPr>
        <p:txBody>
          <a:bodyPr wrap="square" lIns="82058" tIns="41029" rIns="82058" bIns="41029">
            <a:spAutoFit/>
          </a:bodyPr>
          <a:lstStyle/>
          <a:p>
            <a:pPr algn="ctr"/>
            <a:r>
              <a:rPr lang="en-US" sz="4800" dirty="0" smtClean="0"/>
              <a:t>Students </a:t>
            </a:r>
            <a:r>
              <a:rPr lang="en-US" sz="4800" dirty="0">
                <a:solidFill>
                  <a:srgbClr val="FF0000"/>
                </a:solidFill>
              </a:rPr>
              <a:t>practice with teacher</a:t>
            </a:r>
            <a:r>
              <a:rPr lang="en-US" sz="4800" dirty="0"/>
              <a:t> or </a:t>
            </a:r>
            <a:r>
              <a:rPr lang="en-US" sz="4800" dirty="0">
                <a:solidFill>
                  <a:srgbClr val="FF0000"/>
                </a:solidFill>
              </a:rPr>
              <a:t>peer guidance </a:t>
            </a:r>
            <a:r>
              <a:rPr lang="en-US" sz="4800" dirty="0"/>
              <a:t>until they are proficient in the </a:t>
            </a:r>
            <a:r>
              <a:rPr lang="en-US" sz="4800" dirty="0" smtClean="0"/>
              <a:t>skill.</a:t>
            </a:r>
            <a:endParaRPr lang="en-US" sz="4800" dirty="0">
              <a:latin typeface="Berlin Sans FB" pitchFamily="34" charset="0"/>
            </a:endParaRPr>
          </a:p>
        </p:txBody>
      </p:sp>
    </p:spTree>
    <p:extLst>
      <p:ext uri="{BB962C8B-B14F-4D97-AF65-F5344CB8AC3E}">
        <p14:creationId xmlns:p14="http://schemas.microsoft.com/office/powerpoint/2010/main" val="277757273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85828219"/>
              </p:ext>
            </p:extLst>
          </p:nvPr>
        </p:nvGraphicFramePr>
        <p:xfrm>
          <a:off x="152400" y="457200"/>
          <a:ext cx="8534400" cy="5708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
          <p:cNvGraphicFramePr>
            <a:graphicFrameLocks/>
          </p:cNvGraphicFramePr>
          <p:nvPr>
            <p:extLst>
              <p:ext uri="{D42A27DB-BD31-4B8C-83A1-F6EECF244321}">
                <p14:modId xmlns:p14="http://schemas.microsoft.com/office/powerpoint/2010/main" val="4237979450"/>
              </p:ext>
            </p:extLst>
          </p:nvPr>
        </p:nvGraphicFramePr>
        <p:xfrm>
          <a:off x="152400" y="463550"/>
          <a:ext cx="8534400" cy="570865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66537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E927DFE5-3EE7-4F15-82C3-3D71CA7A7157}"/>
                                            </p:graphicEl>
                                          </p:spTgt>
                                        </p:tgtEl>
                                        <p:attrNameLst>
                                          <p:attrName>style.visibility</p:attrName>
                                        </p:attrNameLst>
                                      </p:cBhvr>
                                      <p:to>
                                        <p:strVal val="visible"/>
                                      </p:to>
                                    </p:set>
                                    <p:anim calcmode="lin" valueType="num">
                                      <p:cBhvr additive="base">
                                        <p:cTn id="7" dur="500" fill="hold"/>
                                        <p:tgtEl>
                                          <p:spTgt spid="2">
                                            <p:graphicEl>
                                              <a:dgm id="{E927DFE5-3EE7-4F15-82C3-3D71CA7A7157}"/>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E927DFE5-3EE7-4F15-82C3-3D71CA7A7157}"/>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76F9A00F-773B-4FD8-B12E-9D7602297A2F}"/>
                                            </p:graphicEl>
                                          </p:spTgt>
                                        </p:tgtEl>
                                        <p:attrNameLst>
                                          <p:attrName>style.visibility</p:attrName>
                                        </p:attrNameLst>
                                      </p:cBhvr>
                                      <p:to>
                                        <p:strVal val="visible"/>
                                      </p:to>
                                    </p:set>
                                    <p:anim calcmode="lin" valueType="num">
                                      <p:cBhvr additive="base">
                                        <p:cTn id="13" dur="500" fill="hold"/>
                                        <p:tgtEl>
                                          <p:spTgt spid="2">
                                            <p:graphicEl>
                                              <a:dgm id="{76F9A00F-773B-4FD8-B12E-9D7602297A2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76F9A00F-773B-4FD8-B12E-9D7602297A2F}"/>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7EC78698-1800-45EB-96A4-FBA5F27132B5}"/>
                                            </p:graphicEl>
                                          </p:spTgt>
                                        </p:tgtEl>
                                        <p:attrNameLst>
                                          <p:attrName>style.visibility</p:attrName>
                                        </p:attrNameLst>
                                      </p:cBhvr>
                                      <p:to>
                                        <p:strVal val="visible"/>
                                      </p:to>
                                    </p:set>
                                    <p:anim calcmode="lin" valueType="num">
                                      <p:cBhvr additive="base">
                                        <p:cTn id="19" dur="500" fill="hold"/>
                                        <p:tgtEl>
                                          <p:spTgt spid="2">
                                            <p:graphicEl>
                                              <a:dgm id="{7EC78698-1800-45EB-96A4-FBA5F27132B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7EC78698-1800-45EB-96A4-FBA5F27132B5}"/>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graphicEl>
                                              <a:dgm id="{49B1BFCB-3746-436D-BFA7-080E8E83A150}"/>
                                            </p:graphicEl>
                                          </p:spTgt>
                                        </p:tgtEl>
                                        <p:attrNameLst>
                                          <p:attrName>style.visibility</p:attrName>
                                        </p:attrNameLst>
                                      </p:cBhvr>
                                      <p:to>
                                        <p:strVal val="visible"/>
                                      </p:to>
                                    </p:set>
                                    <p:anim calcmode="lin" valueType="num">
                                      <p:cBhvr additive="base">
                                        <p:cTn id="25" dur="500" fill="hold"/>
                                        <p:tgtEl>
                                          <p:spTgt spid="2">
                                            <p:graphicEl>
                                              <a:dgm id="{49B1BFCB-3746-436D-BFA7-080E8E83A15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49B1BFCB-3746-436D-BFA7-080E8E83A15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graphicEl>
                                              <a:dgm id="{E927DFE5-3EE7-4F15-82C3-3D71CA7A7157}"/>
                                            </p:graphicEl>
                                          </p:spTgt>
                                        </p:tgtEl>
                                        <p:attrNameLst>
                                          <p:attrName>style.visibility</p:attrName>
                                        </p:attrNameLst>
                                      </p:cBhvr>
                                      <p:to>
                                        <p:strVal val="visible"/>
                                      </p:to>
                                    </p:set>
                                    <p:anim calcmode="lin" valueType="num">
                                      <p:cBhvr additive="base">
                                        <p:cTn id="31" dur="500" fill="hold"/>
                                        <p:tgtEl>
                                          <p:spTgt spid="3">
                                            <p:graphicEl>
                                              <a:dgm id="{E927DFE5-3EE7-4F15-82C3-3D71CA7A7157}"/>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E927DFE5-3EE7-4F15-82C3-3D71CA7A7157}"/>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graphicEl>
                                              <a:dgm id="{76F9A00F-773B-4FD8-B12E-9D7602297A2F}"/>
                                            </p:graphicEl>
                                          </p:spTgt>
                                        </p:tgtEl>
                                        <p:attrNameLst>
                                          <p:attrName>style.visibility</p:attrName>
                                        </p:attrNameLst>
                                      </p:cBhvr>
                                      <p:to>
                                        <p:strVal val="visible"/>
                                      </p:to>
                                    </p:set>
                                    <p:anim calcmode="lin" valueType="num">
                                      <p:cBhvr additive="base">
                                        <p:cTn id="37" dur="500" fill="hold"/>
                                        <p:tgtEl>
                                          <p:spTgt spid="3">
                                            <p:graphicEl>
                                              <a:dgm id="{76F9A00F-773B-4FD8-B12E-9D7602297A2F}"/>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graphicEl>
                                              <a:dgm id="{76F9A00F-773B-4FD8-B12E-9D7602297A2F}"/>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graphicEl>
                                              <a:dgm id="{7EC78698-1800-45EB-96A4-FBA5F27132B5}"/>
                                            </p:graphicEl>
                                          </p:spTgt>
                                        </p:tgtEl>
                                        <p:attrNameLst>
                                          <p:attrName>style.visibility</p:attrName>
                                        </p:attrNameLst>
                                      </p:cBhvr>
                                      <p:to>
                                        <p:strVal val="visible"/>
                                      </p:to>
                                    </p:set>
                                    <p:anim calcmode="lin" valueType="num">
                                      <p:cBhvr additive="base">
                                        <p:cTn id="43" dur="500" fill="hold"/>
                                        <p:tgtEl>
                                          <p:spTgt spid="3">
                                            <p:graphicEl>
                                              <a:dgm id="{7EC78698-1800-45EB-96A4-FBA5F27132B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graphicEl>
                                              <a:dgm id="{7EC78698-1800-45EB-96A4-FBA5F27132B5}"/>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graphicEl>
                                              <a:dgm id="{49B1BFCB-3746-436D-BFA7-080E8E83A150}"/>
                                            </p:graphicEl>
                                          </p:spTgt>
                                        </p:tgtEl>
                                        <p:attrNameLst>
                                          <p:attrName>style.visibility</p:attrName>
                                        </p:attrNameLst>
                                      </p:cBhvr>
                                      <p:to>
                                        <p:strVal val="visible"/>
                                      </p:to>
                                    </p:set>
                                    <p:anim calcmode="lin" valueType="num">
                                      <p:cBhvr additive="base">
                                        <p:cTn id="49" dur="500" fill="hold"/>
                                        <p:tgtEl>
                                          <p:spTgt spid="3">
                                            <p:graphicEl>
                                              <a:dgm id="{49B1BFCB-3746-436D-BFA7-080E8E83A150}"/>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graphicEl>
                                              <a:dgm id="{49B1BFCB-3746-436D-BFA7-080E8E83A15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Graphic spid="3" grpId="0">
        <p:bldSub>
          <a:bldDgm bld="one"/>
        </p:bldSub>
      </p:bldGraphic>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46. In </a:t>
            </a:r>
            <a:r>
              <a:rPr lang="en-GB" dirty="0">
                <a:solidFill>
                  <a:schemeClr val="tx1"/>
                </a:solidFill>
              </a:rPr>
              <a:t>a problem-based learning group, who leads the discussion for achieving desired aims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Recorder</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Observer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Team </a:t>
            </a:r>
            <a:r>
              <a:rPr lang="en-GB" dirty="0">
                <a:solidFill>
                  <a:schemeClr val="tx1"/>
                </a:solidFill>
              </a:rPr>
              <a:t>members 		</a:t>
            </a:r>
            <a:endParaRPr lang="en-GB" dirty="0" smtClean="0">
              <a:solidFill>
                <a:schemeClr val="tx1"/>
              </a:solidFill>
            </a:endParaRPr>
          </a:p>
          <a:p>
            <a:pPr marL="514350" indent="-514350" algn="l">
              <a:buFont typeface="+mj-lt"/>
              <a:buAutoNum type="alphaUcPeriod"/>
            </a:pPr>
            <a:r>
              <a:rPr lang="en-GB" dirty="0" smtClean="0">
                <a:solidFill>
                  <a:schemeClr val="tx1"/>
                </a:solidFill>
              </a:rPr>
              <a:t>Leader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1"/>
          <p:cNvGraphicFramePr>
            <a:graphicFrameLocks/>
          </p:cNvGraphicFramePr>
          <p:nvPr>
            <p:extLst>
              <p:ext uri="{D42A27DB-BD31-4B8C-83A1-F6EECF244321}">
                <p14:modId xmlns:p14="http://schemas.microsoft.com/office/powerpoint/2010/main" val="245281500"/>
              </p:ext>
            </p:extLst>
          </p:nvPr>
        </p:nvGraphicFramePr>
        <p:xfrm>
          <a:off x="152400" y="463550"/>
          <a:ext cx="8534400" cy="5708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006821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873269232"/>
              </p:ext>
            </p:extLst>
          </p:nvPr>
        </p:nvGraphicFramePr>
        <p:xfrm>
          <a:off x="304800" y="990600"/>
          <a:ext cx="35814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ight Arrow 5"/>
          <p:cNvSpPr/>
          <p:nvPr/>
        </p:nvSpPr>
        <p:spPr>
          <a:xfrm>
            <a:off x="3429000" y="1447800"/>
            <a:ext cx="1676400" cy="990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429000" y="3505200"/>
            <a:ext cx="1676400" cy="1066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486400" y="990600"/>
            <a:ext cx="3200400" cy="1981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5400" b="1" dirty="0" smtClean="0"/>
              <a:t>LEADER DECIDES</a:t>
            </a:r>
            <a:endParaRPr lang="en-US" sz="5400" b="1" dirty="0"/>
          </a:p>
        </p:txBody>
      </p:sp>
      <p:sp>
        <p:nvSpPr>
          <p:cNvPr id="9" name="Rectangle 8"/>
          <p:cNvSpPr/>
          <p:nvPr/>
        </p:nvSpPr>
        <p:spPr>
          <a:xfrm>
            <a:off x="5486400" y="3505200"/>
            <a:ext cx="3200400" cy="2133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5400" b="1" dirty="0" smtClean="0"/>
              <a:t>MAJORITY DECIDES</a:t>
            </a:r>
            <a:endParaRPr lang="en-US" sz="5400" b="1" dirty="0"/>
          </a:p>
        </p:txBody>
      </p:sp>
    </p:spTree>
    <p:extLst>
      <p:ext uri="{BB962C8B-B14F-4D97-AF65-F5344CB8AC3E}">
        <p14:creationId xmlns:p14="http://schemas.microsoft.com/office/powerpoint/2010/main" val="3720023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6" grpId="0" animBg="1"/>
      <p:bldP spid="7" grpId="0" animBg="1"/>
      <p:bldP spid="8" grpId="0" animBg="1"/>
      <p:bldP spid="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47. What </a:t>
            </a:r>
            <a:r>
              <a:rPr lang="en-GB" dirty="0">
                <a:solidFill>
                  <a:schemeClr val="tx1"/>
                </a:solidFill>
              </a:rPr>
              <a:t>describes the inductive teaching-learning (TL) method</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T-L </a:t>
            </a:r>
            <a:r>
              <a:rPr lang="en-GB" dirty="0">
                <a:solidFill>
                  <a:schemeClr val="tx1"/>
                </a:solidFill>
              </a:rPr>
              <a:t>individual ideas to general ideas 	</a:t>
            </a:r>
            <a:endParaRPr lang="en-PH" dirty="0">
              <a:solidFill>
                <a:schemeClr val="tx1"/>
              </a:solidFill>
            </a:endParaRPr>
          </a:p>
          <a:p>
            <a:pPr marL="514350" indent="-514350" algn="l">
              <a:buFont typeface="+mj-lt"/>
              <a:buAutoNum type="alphaUcPeriod"/>
            </a:pPr>
            <a:r>
              <a:rPr lang="en-GB" dirty="0" smtClean="0">
                <a:solidFill>
                  <a:schemeClr val="tx1"/>
                </a:solidFill>
              </a:rPr>
              <a:t>T-L </a:t>
            </a:r>
            <a:r>
              <a:rPr lang="en-GB" dirty="0">
                <a:solidFill>
                  <a:schemeClr val="tx1"/>
                </a:solidFill>
              </a:rPr>
              <a:t>general ideas applied to individual cases 	</a:t>
            </a:r>
            <a:endParaRPr lang="en-GB" dirty="0" smtClean="0">
              <a:solidFill>
                <a:schemeClr val="tx1"/>
              </a:solidFill>
            </a:endParaRPr>
          </a:p>
          <a:p>
            <a:pPr marL="514350" indent="-514350" algn="l">
              <a:buFont typeface="+mj-lt"/>
              <a:buAutoNum type="alphaUcPeriod"/>
            </a:pPr>
            <a:r>
              <a:rPr lang="en-GB" dirty="0" smtClean="0">
                <a:solidFill>
                  <a:schemeClr val="tx1"/>
                </a:solidFill>
              </a:rPr>
              <a:t>T-L </a:t>
            </a:r>
            <a:r>
              <a:rPr lang="en-GB" dirty="0">
                <a:solidFill>
                  <a:schemeClr val="tx1"/>
                </a:solidFill>
              </a:rPr>
              <a:t>specific ideas to specific ideas 	</a:t>
            </a:r>
            <a:endParaRPr lang="en-GB" dirty="0" smtClean="0">
              <a:solidFill>
                <a:schemeClr val="tx1"/>
              </a:solidFill>
            </a:endParaRPr>
          </a:p>
          <a:p>
            <a:pPr marL="514350" indent="-514350" algn="l">
              <a:buFont typeface="+mj-lt"/>
              <a:buAutoNum type="alphaUcPeriod"/>
            </a:pPr>
            <a:r>
              <a:rPr lang="en-GB" dirty="0" smtClean="0">
                <a:solidFill>
                  <a:schemeClr val="tx1"/>
                </a:solidFill>
              </a:rPr>
              <a:t>D</a:t>
            </a:r>
            <a:r>
              <a:rPr lang="en-GB" dirty="0">
                <a:solidFill>
                  <a:schemeClr val="tx1"/>
                </a:solidFill>
              </a:rPr>
              <a:t>.	T-L general ideas to general ideas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48. In </a:t>
            </a:r>
            <a:r>
              <a:rPr lang="en-GB" dirty="0">
                <a:solidFill>
                  <a:schemeClr val="tx1"/>
                </a:solidFill>
              </a:rPr>
              <a:t>the learning to do pillar of new education, what is the enabling factor that can make the learner fully contribute </a:t>
            </a:r>
            <a:r>
              <a:rPr lang="en-GB" dirty="0" smtClean="0">
                <a:solidFill>
                  <a:schemeClr val="tx1"/>
                </a:solidFill>
              </a:rPr>
              <a:t>to </a:t>
            </a:r>
            <a:r>
              <a:rPr lang="en-GB" dirty="0">
                <a:solidFill>
                  <a:schemeClr val="tx1"/>
                </a:solidFill>
              </a:rPr>
              <a:t>a peaceful and just society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Knowledge</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Skills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Insights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Values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notepad (1).png"/>
          <p:cNvPicPr>
            <a:picLocks noChangeAspect="1"/>
          </p:cNvPicPr>
          <p:nvPr/>
        </p:nvPicPr>
        <p:blipFill>
          <a:blip r:embed="rId2" cstate="print"/>
          <a:stretch>
            <a:fillRect/>
          </a:stretch>
        </p:blipFill>
        <p:spPr>
          <a:xfrm>
            <a:off x="2322076" y="685799"/>
            <a:ext cx="6475560" cy="5432613"/>
          </a:xfrm>
          <a:prstGeom prst="rect">
            <a:avLst/>
          </a:prstGeom>
        </p:spPr>
      </p:pic>
      <p:sp>
        <p:nvSpPr>
          <p:cNvPr id="24" name="Rectangle 23"/>
          <p:cNvSpPr/>
          <p:nvPr/>
        </p:nvSpPr>
        <p:spPr>
          <a:xfrm>
            <a:off x="2592898" y="1055647"/>
            <a:ext cx="5996920" cy="4991896"/>
          </a:xfrm>
          <a:prstGeom prst="rect">
            <a:avLst/>
          </a:prstGeom>
        </p:spPr>
        <p:txBody>
          <a:bodyPr wrap="square" lIns="82058" tIns="41029" rIns="82058" bIns="41029">
            <a:spAutoFit/>
          </a:bodyPr>
          <a:lstStyle/>
          <a:p>
            <a:pPr algn="ctr"/>
            <a:r>
              <a:rPr lang="en-US" sz="2900" b="1" dirty="0">
                <a:solidFill>
                  <a:srgbClr val="FF0000"/>
                </a:solidFill>
                <a:latin typeface="Berlin Sans FB" panose="020E0602020502020306" pitchFamily="34" charset="0"/>
              </a:rPr>
              <a:t>Learning to Do </a:t>
            </a:r>
            <a:r>
              <a:rPr lang="en-US" sz="2900" dirty="0">
                <a:latin typeface="Berlin Sans FB" panose="020E0602020502020306" pitchFamily="34" charset="0"/>
              </a:rPr>
              <a:t>demonstrates that in order to learn to live and work together productively and harmoniously, we must first </a:t>
            </a:r>
            <a:r>
              <a:rPr lang="en-US" sz="2900" b="1" dirty="0">
                <a:solidFill>
                  <a:srgbClr val="FF0000"/>
                </a:solidFill>
                <a:latin typeface="Berlin Sans FB" panose="020E0602020502020306" pitchFamily="34" charset="0"/>
              </a:rPr>
              <a:t>find peace within ourselves</a:t>
            </a:r>
            <a:r>
              <a:rPr lang="en-US" sz="2900" dirty="0">
                <a:latin typeface="Berlin Sans FB" panose="020E0602020502020306" pitchFamily="34" charset="0"/>
              </a:rPr>
              <a:t>, expand our acceptance &amp; understanding of others, and continually strive towards living the </a:t>
            </a:r>
            <a:r>
              <a:rPr lang="en-US" sz="2900" b="1" dirty="0">
                <a:solidFill>
                  <a:srgbClr val="FF0000"/>
                </a:solidFill>
                <a:latin typeface="Berlin Sans FB" panose="020E0602020502020306" pitchFamily="34" charset="0"/>
              </a:rPr>
              <a:t>values</a:t>
            </a:r>
            <a:r>
              <a:rPr lang="en-US" sz="2900" dirty="0">
                <a:latin typeface="Berlin Sans FB" panose="020E0602020502020306" pitchFamily="34" charset="0"/>
              </a:rPr>
              <a:t> which enable us to contribute more fully to the development of a peaceful and just society.</a:t>
            </a:r>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10" y="925343"/>
            <a:ext cx="2638976" cy="5669340"/>
          </a:xfrm>
          <a:prstGeom prst="rect">
            <a:avLst/>
          </a:prstGeom>
        </p:spPr>
      </p:pic>
    </p:spTree>
    <p:extLst>
      <p:ext uri="{BB962C8B-B14F-4D97-AF65-F5344CB8AC3E}">
        <p14:creationId xmlns:p14="http://schemas.microsoft.com/office/powerpoint/2010/main" val="277776614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49. Which </a:t>
            </a:r>
            <a:r>
              <a:rPr lang="en-GB" dirty="0">
                <a:solidFill>
                  <a:schemeClr val="tx1"/>
                </a:solidFill>
              </a:rPr>
              <a:t>organization advanced insights of “Learning to Treasure Within” for 21st century education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Geneva </a:t>
            </a:r>
            <a:r>
              <a:rPr lang="en-GB" dirty="0">
                <a:solidFill>
                  <a:schemeClr val="tx1"/>
                </a:solidFill>
              </a:rPr>
              <a:t>International Conference </a:t>
            </a:r>
            <a:endParaRPr lang="en-PH" dirty="0">
              <a:solidFill>
                <a:schemeClr val="tx1"/>
              </a:solidFill>
            </a:endParaRPr>
          </a:p>
          <a:p>
            <a:pPr marL="514350" indent="-514350" algn="l">
              <a:buFont typeface="+mj-lt"/>
              <a:buAutoNum type="alphaUcPeriod"/>
            </a:pPr>
            <a:r>
              <a:rPr lang="en-GB" dirty="0" smtClean="0">
                <a:solidFill>
                  <a:schemeClr val="tx1"/>
                </a:solidFill>
              </a:rPr>
              <a:t>International </a:t>
            </a:r>
            <a:r>
              <a:rPr lang="en-GB" dirty="0">
                <a:solidFill>
                  <a:schemeClr val="tx1"/>
                </a:solidFill>
              </a:rPr>
              <a:t>Commission for the 21st Century </a:t>
            </a:r>
            <a:endParaRPr lang="en-PH" dirty="0">
              <a:solidFill>
                <a:schemeClr val="tx1"/>
              </a:solidFill>
            </a:endParaRPr>
          </a:p>
          <a:p>
            <a:pPr marL="514350" indent="-514350" algn="l">
              <a:buFont typeface="+mj-lt"/>
              <a:buAutoNum type="alphaUcPeriod"/>
            </a:pPr>
            <a:r>
              <a:rPr lang="en-GB" dirty="0" smtClean="0">
                <a:solidFill>
                  <a:schemeClr val="tx1"/>
                </a:solidFill>
              </a:rPr>
              <a:t>Education </a:t>
            </a:r>
            <a:r>
              <a:rPr lang="en-GB" dirty="0">
                <a:solidFill>
                  <a:schemeClr val="tx1"/>
                </a:solidFill>
              </a:rPr>
              <a:t>for All Initiative </a:t>
            </a:r>
            <a:endParaRPr lang="en-PH" dirty="0">
              <a:solidFill>
                <a:schemeClr val="tx1"/>
              </a:solidFill>
            </a:endParaRPr>
          </a:p>
          <a:p>
            <a:pPr marL="514350" indent="-514350" algn="l">
              <a:buFont typeface="+mj-lt"/>
              <a:buAutoNum type="alphaUcPeriod"/>
            </a:pPr>
            <a:r>
              <a:rPr lang="en-GB" dirty="0" smtClean="0">
                <a:solidFill>
                  <a:schemeClr val="tx1"/>
                </a:solidFill>
              </a:rPr>
              <a:t>Asia </a:t>
            </a:r>
            <a:r>
              <a:rPr lang="en-GB" dirty="0">
                <a:solidFill>
                  <a:schemeClr val="tx1"/>
                </a:solidFill>
              </a:rPr>
              <a:t>Pacific Regional Bureau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671623256"/>
              </p:ext>
            </p:extLst>
          </p:nvPr>
        </p:nvGraphicFramePr>
        <p:xfrm>
          <a:off x="0" y="319969"/>
          <a:ext cx="9074727" cy="5547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064424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graphicEl>
                                              <a:dgm id="{6EB0ED2A-9232-4207-BDC3-9C66E34437FF}"/>
                                            </p:graphicEl>
                                          </p:spTgt>
                                        </p:tgtEl>
                                        <p:attrNameLst>
                                          <p:attrName>style.visibility</p:attrName>
                                        </p:attrNameLst>
                                      </p:cBhvr>
                                      <p:to>
                                        <p:strVal val="visible"/>
                                      </p:to>
                                    </p:set>
                                    <p:anim calcmode="lin" valueType="num">
                                      <p:cBhvr additive="base">
                                        <p:cTn id="7" dur="500" fill="hold"/>
                                        <p:tgtEl>
                                          <p:spTgt spid="2">
                                            <p:graphicEl>
                                              <a:dgm id="{6EB0ED2A-9232-4207-BDC3-9C66E34437F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6EB0ED2A-9232-4207-BDC3-9C66E34437FF}"/>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
                                            <p:graphicEl>
                                              <a:dgm id="{D0A5F4E1-F533-46DD-A4F6-AE5A8B20486A}"/>
                                            </p:graphicEl>
                                          </p:spTgt>
                                        </p:tgtEl>
                                        <p:attrNameLst>
                                          <p:attrName>style.visibility</p:attrName>
                                        </p:attrNameLst>
                                      </p:cBhvr>
                                      <p:to>
                                        <p:strVal val="visible"/>
                                      </p:to>
                                    </p:set>
                                    <p:anim calcmode="lin" valueType="num">
                                      <p:cBhvr additive="base">
                                        <p:cTn id="11" dur="500" fill="hold"/>
                                        <p:tgtEl>
                                          <p:spTgt spid="2">
                                            <p:graphicEl>
                                              <a:dgm id="{D0A5F4E1-F533-46DD-A4F6-AE5A8B20486A}"/>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graphicEl>
                                              <a:dgm id="{D0A5F4E1-F533-46DD-A4F6-AE5A8B20486A}"/>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2">
                                            <p:graphicEl>
                                              <a:dgm id="{B62B33B1-65FB-4FC7-868F-02D8E53FCC50}"/>
                                            </p:graphicEl>
                                          </p:spTgt>
                                        </p:tgtEl>
                                        <p:attrNameLst>
                                          <p:attrName>style.visibility</p:attrName>
                                        </p:attrNameLst>
                                      </p:cBhvr>
                                      <p:to>
                                        <p:strVal val="visible"/>
                                      </p:to>
                                    </p:set>
                                    <p:anim calcmode="lin" valueType="num">
                                      <p:cBhvr additive="base">
                                        <p:cTn id="17" dur="500" fill="hold"/>
                                        <p:tgtEl>
                                          <p:spTgt spid="2">
                                            <p:graphicEl>
                                              <a:dgm id="{B62B33B1-65FB-4FC7-868F-02D8E53FCC50}"/>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graphicEl>
                                              <a:dgm id="{B62B33B1-65FB-4FC7-868F-02D8E53FCC50}"/>
                                            </p:graphicEl>
                                          </p:spTgt>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2">
                                            <p:graphicEl>
                                              <a:dgm id="{51B8CBB3-D50A-4E3A-98CE-A055CED759E5}"/>
                                            </p:graphicEl>
                                          </p:spTgt>
                                        </p:tgtEl>
                                        <p:attrNameLst>
                                          <p:attrName>style.visibility</p:attrName>
                                        </p:attrNameLst>
                                      </p:cBhvr>
                                      <p:to>
                                        <p:strVal val="visible"/>
                                      </p:to>
                                    </p:set>
                                    <p:anim calcmode="lin" valueType="num">
                                      <p:cBhvr additive="base">
                                        <p:cTn id="21" dur="500" fill="hold"/>
                                        <p:tgtEl>
                                          <p:spTgt spid="2">
                                            <p:graphicEl>
                                              <a:dgm id="{51B8CBB3-D50A-4E3A-98CE-A055CED759E5}"/>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graphicEl>
                                              <a:dgm id="{51B8CBB3-D50A-4E3A-98CE-A055CED759E5}"/>
                                            </p:graphicEl>
                                          </p:spTgt>
                                        </p:tgtEl>
                                        <p:attrNameLst>
                                          <p:attrName>ppt_y</p:attrName>
                                        </p:attrNameLst>
                                      </p:cBhvr>
                                      <p:tavLst>
                                        <p:tav tm="0">
                                          <p:val>
                                            <p:strVal val="0-#ppt_h/2"/>
                                          </p:val>
                                        </p:tav>
                                        <p:tav tm="100000">
                                          <p:val>
                                            <p:strVal val="#ppt_y"/>
                                          </p:val>
                                        </p:tav>
                                      </p:tavLst>
                                    </p:anim>
                                  </p:childTnLst>
                                </p:cTn>
                              </p:par>
                              <p:par>
                                <p:cTn id="23" presetID="2" presetClass="entr" presetSubtype="1" fill="hold" grpId="0" nodeType="withEffect">
                                  <p:stCondLst>
                                    <p:cond delay="0"/>
                                  </p:stCondLst>
                                  <p:childTnLst>
                                    <p:set>
                                      <p:cBhvr>
                                        <p:cTn id="24" dur="1" fill="hold">
                                          <p:stCondLst>
                                            <p:cond delay="0"/>
                                          </p:stCondLst>
                                        </p:cTn>
                                        <p:tgtEl>
                                          <p:spTgt spid="2">
                                            <p:graphicEl>
                                              <a:dgm id="{2A354E0D-378E-46A5-9B26-562422E180CE}"/>
                                            </p:graphicEl>
                                          </p:spTgt>
                                        </p:tgtEl>
                                        <p:attrNameLst>
                                          <p:attrName>style.visibility</p:attrName>
                                        </p:attrNameLst>
                                      </p:cBhvr>
                                      <p:to>
                                        <p:strVal val="visible"/>
                                      </p:to>
                                    </p:set>
                                    <p:anim calcmode="lin" valueType="num">
                                      <p:cBhvr additive="base">
                                        <p:cTn id="25" dur="500" fill="hold"/>
                                        <p:tgtEl>
                                          <p:spTgt spid="2">
                                            <p:graphicEl>
                                              <a:dgm id="{2A354E0D-378E-46A5-9B26-562422E180CE}"/>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2A354E0D-378E-46A5-9B26-562422E180CE}"/>
                                            </p:graphic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2">
                                            <p:graphicEl>
                                              <a:dgm id="{E32964C4-0991-4DF8-B273-C3A1C02E2F2F}"/>
                                            </p:graphicEl>
                                          </p:spTgt>
                                        </p:tgtEl>
                                        <p:attrNameLst>
                                          <p:attrName>style.visibility</p:attrName>
                                        </p:attrNameLst>
                                      </p:cBhvr>
                                      <p:to>
                                        <p:strVal val="visible"/>
                                      </p:to>
                                    </p:set>
                                    <p:anim calcmode="lin" valueType="num">
                                      <p:cBhvr additive="base">
                                        <p:cTn id="31" dur="500" fill="hold"/>
                                        <p:tgtEl>
                                          <p:spTgt spid="2">
                                            <p:graphicEl>
                                              <a:dgm id="{E32964C4-0991-4DF8-B273-C3A1C02E2F2F}"/>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graphicEl>
                                              <a:dgm id="{E32964C4-0991-4DF8-B273-C3A1C02E2F2F}"/>
                                            </p:graphicEl>
                                          </p:spTgt>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2">
                                            <p:graphicEl>
                                              <a:dgm id="{765A6B2F-A488-4796-93BC-8D64156FDBEA}"/>
                                            </p:graphicEl>
                                          </p:spTgt>
                                        </p:tgtEl>
                                        <p:attrNameLst>
                                          <p:attrName>style.visibility</p:attrName>
                                        </p:attrNameLst>
                                      </p:cBhvr>
                                      <p:to>
                                        <p:strVal val="visible"/>
                                      </p:to>
                                    </p:set>
                                    <p:anim calcmode="lin" valueType="num">
                                      <p:cBhvr additive="base">
                                        <p:cTn id="35" dur="500" fill="hold"/>
                                        <p:tgtEl>
                                          <p:spTgt spid="2">
                                            <p:graphicEl>
                                              <a:dgm id="{765A6B2F-A488-4796-93BC-8D64156FDBEA}"/>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graphicEl>
                                              <a:dgm id="{765A6B2F-A488-4796-93BC-8D64156FDBEA}"/>
                                            </p:graphicEl>
                                          </p:spTgt>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2">
                                            <p:graphicEl>
                                              <a:dgm id="{E8587CB7-759F-480F-A935-03F622F63ED8}"/>
                                            </p:graphicEl>
                                          </p:spTgt>
                                        </p:tgtEl>
                                        <p:attrNameLst>
                                          <p:attrName>style.visibility</p:attrName>
                                        </p:attrNameLst>
                                      </p:cBhvr>
                                      <p:to>
                                        <p:strVal val="visible"/>
                                      </p:to>
                                    </p:set>
                                    <p:anim calcmode="lin" valueType="num">
                                      <p:cBhvr additive="base">
                                        <p:cTn id="39" dur="500" fill="hold"/>
                                        <p:tgtEl>
                                          <p:spTgt spid="2">
                                            <p:graphicEl>
                                              <a:dgm id="{E8587CB7-759F-480F-A935-03F622F63ED8}"/>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graphicEl>
                                              <a:dgm id="{E8587CB7-759F-480F-A935-03F622F63ED8}"/>
                                            </p:graphicEl>
                                          </p:spTgt>
                                        </p:tgtEl>
                                        <p:attrNameLst>
                                          <p:attrName>ppt_y</p:attrName>
                                        </p:attrNameLst>
                                      </p:cBhvr>
                                      <p:tavLst>
                                        <p:tav tm="0">
                                          <p:val>
                                            <p:strVal val="0-#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 fill="hold" grpId="0" nodeType="clickEffect">
                                  <p:stCondLst>
                                    <p:cond delay="0"/>
                                  </p:stCondLst>
                                  <p:childTnLst>
                                    <p:set>
                                      <p:cBhvr>
                                        <p:cTn id="44" dur="1" fill="hold">
                                          <p:stCondLst>
                                            <p:cond delay="0"/>
                                          </p:stCondLst>
                                        </p:cTn>
                                        <p:tgtEl>
                                          <p:spTgt spid="2">
                                            <p:graphicEl>
                                              <a:dgm id="{711E7220-023C-4717-84D8-31B929D2E408}"/>
                                            </p:graphicEl>
                                          </p:spTgt>
                                        </p:tgtEl>
                                        <p:attrNameLst>
                                          <p:attrName>style.visibility</p:attrName>
                                        </p:attrNameLst>
                                      </p:cBhvr>
                                      <p:to>
                                        <p:strVal val="visible"/>
                                      </p:to>
                                    </p:set>
                                    <p:anim calcmode="lin" valueType="num">
                                      <p:cBhvr additive="base">
                                        <p:cTn id="45" dur="500" fill="hold"/>
                                        <p:tgtEl>
                                          <p:spTgt spid="2">
                                            <p:graphicEl>
                                              <a:dgm id="{711E7220-023C-4717-84D8-31B929D2E408}"/>
                                            </p:graphicEl>
                                          </p:spTgt>
                                        </p:tgtEl>
                                        <p:attrNameLst>
                                          <p:attrName>ppt_x</p:attrName>
                                        </p:attrNameLst>
                                      </p:cBhvr>
                                      <p:tavLst>
                                        <p:tav tm="0">
                                          <p:val>
                                            <p:strVal val="#ppt_x"/>
                                          </p:val>
                                        </p:tav>
                                        <p:tav tm="100000">
                                          <p:val>
                                            <p:strVal val="#ppt_x"/>
                                          </p:val>
                                        </p:tav>
                                      </p:tavLst>
                                    </p:anim>
                                    <p:anim calcmode="lin" valueType="num">
                                      <p:cBhvr additive="base">
                                        <p:cTn id="46" dur="500" fill="hold"/>
                                        <p:tgtEl>
                                          <p:spTgt spid="2">
                                            <p:graphicEl>
                                              <a:dgm id="{711E7220-023C-4717-84D8-31B929D2E408}"/>
                                            </p:graphicEl>
                                          </p:spTgt>
                                        </p:tgtEl>
                                        <p:attrNameLst>
                                          <p:attrName>ppt_y</p:attrName>
                                        </p:attrNameLst>
                                      </p:cBhvr>
                                      <p:tavLst>
                                        <p:tav tm="0">
                                          <p:val>
                                            <p:strVal val="0-#ppt_h/2"/>
                                          </p:val>
                                        </p:tav>
                                        <p:tav tm="100000">
                                          <p:val>
                                            <p:strVal val="#ppt_y"/>
                                          </p:val>
                                        </p:tav>
                                      </p:tavLst>
                                    </p:anim>
                                  </p:childTnLst>
                                </p:cTn>
                              </p:par>
                              <p:par>
                                <p:cTn id="47" presetID="2" presetClass="entr" presetSubtype="1" fill="hold" grpId="0" nodeType="withEffect">
                                  <p:stCondLst>
                                    <p:cond delay="0"/>
                                  </p:stCondLst>
                                  <p:childTnLst>
                                    <p:set>
                                      <p:cBhvr>
                                        <p:cTn id="48" dur="1" fill="hold">
                                          <p:stCondLst>
                                            <p:cond delay="0"/>
                                          </p:stCondLst>
                                        </p:cTn>
                                        <p:tgtEl>
                                          <p:spTgt spid="2">
                                            <p:graphicEl>
                                              <a:dgm id="{F98E8481-EA3A-4A3A-804F-C9007162D7E8}"/>
                                            </p:graphicEl>
                                          </p:spTgt>
                                        </p:tgtEl>
                                        <p:attrNameLst>
                                          <p:attrName>style.visibility</p:attrName>
                                        </p:attrNameLst>
                                      </p:cBhvr>
                                      <p:to>
                                        <p:strVal val="visible"/>
                                      </p:to>
                                    </p:set>
                                    <p:anim calcmode="lin" valueType="num">
                                      <p:cBhvr additive="base">
                                        <p:cTn id="49" dur="500" fill="hold"/>
                                        <p:tgtEl>
                                          <p:spTgt spid="2">
                                            <p:graphicEl>
                                              <a:dgm id="{F98E8481-EA3A-4A3A-804F-C9007162D7E8}"/>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graphicEl>
                                              <a:dgm id="{F98E8481-EA3A-4A3A-804F-C9007162D7E8}"/>
                                            </p:graphicEl>
                                          </p:spTgt>
                                        </p:tgtEl>
                                        <p:attrNameLst>
                                          <p:attrName>ppt_y</p:attrName>
                                        </p:attrNameLst>
                                      </p:cBhvr>
                                      <p:tavLst>
                                        <p:tav tm="0">
                                          <p:val>
                                            <p:strVal val="0-#ppt_h/2"/>
                                          </p:val>
                                        </p:tav>
                                        <p:tav tm="100000">
                                          <p:val>
                                            <p:strVal val="#ppt_y"/>
                                          </p:val>
                                        </p:tav>
                                      </p:tavLst>
                                    </p:anim>
                                  </p:childTnLst>
                                </p:cTn>
                              </p:par>
                              <p:par>
                                <p:cTn id="51" presetID="2" presetClass="entr" presetSubtype="1" fill="hold" grpId="0" nodeType="withEffect">
                                  <p:stCondLst>
                                    <p:cond delay="0"/>
                                  </p:stCondLst>
                                  <p:childTnLst>
                                    <p:set>
                                      <p:cBhvr>
                                        <p:cTn id="52" dur="1" fill="hold">
                                          <p:stCondLst>
                                            <p:cond delay="0"/>
                                          </p:stCondLst>
                                        </p:cTn>
                                        <p:tgtEl>
                                          <p:spTgt spid="2">
                                            <p:graphicEl>
                                              <a:dgm id="{49A7D839-0F86-4642-897B-1F2C2205FC4B}"/>
                                            </p:graphicEl>
                                          </p:spTgt>
                                        </p:tgtEl>
                                        <p:attrNameLst>
                                          <p:attrName>style.visibility</p:attrName>
                                        </p:attrNameLst>
                                      </p:cBhvr>
                                      <p:to>
                                        <p:strVal val="visible"/>
                                      </p:to>
                                    </p:set>
                                    <p:anim calcmode="lin" valueType="num">
                                      <p:cBhvr additive="base">
                                        <p:cTn id="53" dur="500" fill="hold"/>
                                        <p:tgtEl>
                                          <p:spTgt spid="2">
                                            <p:graphicEl>
                                              <a:dgm id="{49A7D839-0F86-4642-897B-1F2C2205FC4B}"/>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2">
                                            <p:graphicEl>
                                              <a:dgm id="{49A7D839-0F86-4642-897B-1F2C2205FC4B}"/>
                                            </p:graphicEl>
                                          </p:spTgt>
                                        </p:tgtEl>
                                        <p:attrNameLst>
                                          <p:attrName>ppt_y</p:attrName>
                                        </p:attrNameLst>
                                      </p:cBhvr>
                                      <p:tavLst>
                                        <p:tav tm="0">
                                          <p:val>
                                            <p:strVal val="0-#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1" fill="hold" grpId="0" nodeType="clickEffect">
                                  <p:stCondLst>
                                    <p:cond delay="0"/>
                                  </p:stCondLst>
                                  <p:childTnLst>
                                    <p:set>
                                      <p:cBhvr>
                                        <p:cTn id="58" dur="1" fill="hold">
                                          <p:stCondLst>
                                            <p:cond delay="0"/>
                                          </p:stCondLst>
                                        </p:cTn>
                                        <p:tgtEl>
                                          <p:spTgt spid="2">
                                            <p:graphicEl>
                                              <a:dgm id="{A0B7F2E1-7582-48EE-A270-3696994C928A}"/>
                                            </p:graphicEl>
                                          </p:spTgt>
                                        </p:tgtEl>
                                        <p:attrNameLst>
                                          <p:attrName>style.visibility</p:attrName>
                                        </p:attrNameLst>
                                      </p:cBhvr>
                                      <p:to>
                                        <p:strVal val="visible"/>
                                      </p:to>
                                    </p:set>
                                    <p:anim calcmode="lin" valueType="num">
                                      <p:cBhvr additive="base">
                                        <p:cTn id="59" dur="500" fill="hold"/>
                                        <p:tgtEl>
                                          <p:spTgt spid="2">
                                            <p:graphicEl>
                                              <a:dgm id="{A0B7F2E1-7582-48EE-A270-3696994C928A}"/>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2">
                                            <p:graphicEl>
                                              <a:dgm id="{A0B7F2E1-7582-48EE-A270-3696994C928A}"/>
                                            </p:graphicEl>
                                          </p:spTgt>
                                        </p:tgtEl>
                                        <p:attrNameLst>
                                          <p:attrName>ppt_y</p:attrName>
                                        </p:attrNameLst>
                                      </p:cBhvr>
                                      <p:tavLst>
                                        <p:tav tm="0">
                                          <p:val>
                                            <p:strVal val="0-#ppt_h/2"/>
                                          </p:val>
                                        </p:tav>
                                        <p:tav tm="100000">
                                          <p:val>
                                            <p:strVal val="#ppt_y"/>
                                          </p:val>
                                        </p:tav>
                                      </p:tavLst>
                                    </p:anim>
                                  </p:childTnLst>
                                </p:cTn>
                              </p:par>
                              <p:par>
                                <p:cTn id="61" presetID="2" presetClass="entr" presetSubtype="1" fill="hold" grpId="0" nodeType="withEffect">
                                  <p:stCondLst>
                                    <p:cond delay="0"/>
                                  </p:stCondLst>
                                  <p:childTnLst>
                                    <p:set>
                                      <p:cBhvr>
                                        <p:cTn id="62" dur="1" fill="hold">
                                          <p:stCondLst>
                                            <p:cond delay="0"/>
                                          </p:stCondLst>
                                        </p:cTn>
                                        <p:tgtEl>
                                          <p:spTgt spid="2">
                                            <p:graphicEl>
                                              <a:dgm id="{D144EF28-C4F4-4E22-A287-8698EDA0384C}"/>
                                            </p:graphicEl>
                                          </p:spTgt>
                                        </p:tgtEl>
                                        <p:attrNameLst>
                                          <p:attrName>style.visibility</p:attrName>
                                        </p:attrNameLst>
                                      </p:cBhvr>
                                      <p:to>
                                        <p:strVal val="visible"/>
                                      </p:to>
                                    </p:set>
                                    <p:anim calcmode="lin" valueType="num">
                                      <p:cBhvr additive="base">
                                        <p:cTn id="63" dur="500" fill="hold"/>
                                        <p:tgtEl>
                                          <p:spTgt spid="2">
                                            <p:graphicEl>
                                              <a:dgm id="{D144EF28-C4F4-4E22-A287-8698EDA0384C}"/>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2">
                                            <p:graphicEl>
                                              <a:dgm id="{D144EF28-C4F4-4E22-A287-8698EDA0384C}"/>
                                            </p:graphicEl>
                                          </p:spTgt>
                                        </p:tgtEl>
                                        <p:attrNameLst>
                                          <p:attrName>ppt_y</p:attrName>
                                        </p:attrNameLst>
                                      </p:cBhvr>
                                      <p:tavLst>
                                        <p:tav tm="0">
                                          <p:val>
                                            <p:strVal val="0-#ppt_h/2"/>
                                          </p:val>
                                        </p:tav>
                                        <p:tav tm="100000">
                                          <p:val>
                                            <p:strVal val="#ppt_y"/>
                                          </p:val>
                                        </p:tav>
                                      </p:tavLst>
                                    </p:anim>
                                  </p:childTnLst>
                                </p:cTn>
                              </p:par>
                              <p:par>
                                <p:cTn id="65" presetID="2" presetClass="entr" presetSubtype="1" fill="hold" grpId="0" nodeType="withEffect">
                                  <p:stCondLst>
                                    <p:cond delay="0"/>
                                  </p:stCondLst>
                                  <p:childTnLst>
                                    <p:set>
                                      <p:cBhvr>
                                        <p:cTn id="66" dur="1" fill="hold">
                                          <p:stCondLst>
                                            <p:cond delay="0"/>
                                          </p:stCondLst>
                                        </p:cTn>
                                        <p:tgtEl>
                                          <p:spTgt spid="2">
                                            <p:graphicEl>
                                              <a:dgm id="{153C90FF-27C7-468C-956F-1799A9640472}"/>
                                            </p:graphicEl>
                                          </p:spTgt>
                                        </p:tgtEl>
                                        <p:attrNameLst>
                                          <p:attrName>style.visibility</p:attrName>
                                        </p:attrNameLst>
                                      </p:cBhvr>
                                      <p:to>
                                        <p:strVal val="visible"/>
                                      </p:to>
                                    </p:set>
                                    <p:anim calcmode="lin" valueType="num">
                                      <p:cBhvr additive="base">
                                        <p:cTn id="67" dur="500" fill="hold"/>
                                        <p:tgtEl>
                                          <p:spTgt spid="2">
                                            <p:graphicEl>
                                              <a:dgm id="{153C90FF-27C7-468C-956F-1799A9640472}"/>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graphicEl>
                                              <a:dgm id="{153C90FF-27C7-468C-956F-1799A9640472}"/>
                                            </p:graphicEl>
                                          </p:spTgt>
                                        </p:tgtEl>
                                        <p:attrNameLst>
                                          <p:attrName>ppt_y</p:attrName>
                                        </p:attrNameLst>
                                      </p:cBhvr>
                                      <p:tavLst>
                                        <p:tav tm="0">
                                          <p:val>
                                            <p:strVal val="0-#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1" fill="hold" grpId="0" nodeType="clickEffect">
                                  <p:stCondLst>
                                    <p:cond delay="0"/>
                                  </p:stCondLst>
                                  <p:childTnLst>
                                    <p:set>
                                      <p:cBhvr>
                                        <p:cTn id="72" dur="1" fill="hold">
                                          <p:stCondLst>
                                            <p:cond delay="0"/>
                                          </p:stCondLst>
                                        </p:cTn>
                                        <p:tgtEl>
                                          <p:spTgt spid="2">
                                            <p:graphicEl>
                                              <a:dgm id="{11749F98-F153-4624-BBB4-F5129161F3B8}"/>
                                            </p:graphicEl>
                                          </p:spTgt>
                                        </p:tgtEl>
                                        <p:attrNameLst>
                                          <p:attrName>style.visibility</p:attrName>
                                        </p:attrNameLst>
                                      </p:cBhvr>
                                      <p:to>
                                        <p:strVal val="visible"/>
                                      </p:to>
                                    </p:set>
                                    <p:anim calcmode="lin" valueType="num">
                                      <p:cBhvr additive="base">
                                        <p:cTn id="73" dur="500" fill="hold"/>
                                        <p:tgtEl>
                                          <p:spTgt spid="2">
                                            <p:graphicEl>
                                              <a:dgm id="{11749F98-F153-4624-BBB4-F5129161F3B8}"/>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2">
                                            <p:graphicEl>
                                              <a:dgm id="{11749F98-F153-4624-BBB4-F5129161F3B8}"/>
                                            </p:graphicEl>
                                          </p:spTgt>
                                        </p:tgtEl>
                                        <p:attrNameLst>
                                          <p:attrName>ppt_y</p:attrName>
                                        </p:attrNameLst>
                                      </p:cBhvr>
                                      <p:tavLst>
                                        <p:tav tm="0">
                                          <p:val>
                                            <p:strVal val="0-#ppt_h/2"/>
                                          </p:val>
                                        </p:tav>
                                        <p:tav tm="100000">
                                          <p:val>
                                            <p:strVal val="#ppt_y"/>
                                          </p:val>
                                        </p:tav>
                                      </p:tavLst>
                                    </p:anim>
                                  </p:childTnLst>
                                </p:cTn>
                              </p:par>
                              <p:par>
                                <p:cTn id="75" presetID="2" presetClass="entr" presetSubtype="1" fill="hold" grpId="0" nodeType="withEffect">
                                  <p:stCondLst>
                                    <p:cond delay="0"/>
                                  </p:stCondLst>
                                  <p:childTnLst>
                                    <p:set>
                                      <p:cBhvr>
                                        <p:cTn id="76" dur="1" fill="hold">
                                          <p:stCondLst>
                                            <p:cond delay="0"/>
                                          </p:stCondLst>
                                        </p:cTn>
                                        <p:tgtEl>
                                          <p:spTgt spid="2">
                                            <p:graphicEl>
                                              <a:dgm id="{01792AE1-ACFF-460E-ABF6-2CF794C1DF2A}"/>
                                            </p:graphicEl>
                                          </p:spTgt>
                                        </p:tgtEl>
                                        <p:attrNameLst>
                                          <p:attrName>style.visibility</p:attrName>
                                        </p:attrNameLst>
                                      </p:cBhvr>
                                      <p:to>
                                        <p:strVal val="visible"/>
                                      </p:to>
                                    </p:set>
                                    <p:anim calcmode="lin" valueType="num">
                                      <p:cBhvr additive="base">
                                        <p:cTn id="77" dur="500" fill="hold"/>
                                        <p:tgtEl>
                                          <p:spTgt spid="2">
                                            <p:graphicEl>
                                              <a:dgm id="{01792AE1-ACFF-460E-ABF6-2CF794C1DF2A}"/>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2">
                                            <p:graphicEl>
                                              <a:dgm id="{01792AE1-ACFF-460E-ABF6-2CF794C1DF2A}"/>
                                            </p:graphicEl>
                                          </p:spTgt>
                                        </p:tgtEl>
                                        <p:attrNameLst>
                                          <p:attrName>ppt_y</p:attrName>
                                        </p:attrNameLst>
                                      </p:cBhvr>
                                      <p:tavLst>
                                        <p:tav tm="0">
                                          <p:val>
                                            <p:strVal val="0-#ppt_h/2"/>
                                          </p:val>
                                        </p:tav>
                                        <p:tav tm="100000">
                                          <p:val>
                                            <p:strVal val="#ppt_y"/>
                                          </p:val>
                                        </p:tav>
                                      </p:tavLst>
                                    </p:anim>
                                  </p:childTnLst>
                                </p:cTn>
                              </p:par>
                              <p:par>
                                <p:cTn id="79" presetID="2" presetClass="entr" presetSubtype="1" fill="hold" grpId="0" nodeType="withEffect">
                                  <p:stCondLst>
                                    <p:cond delay="0"/>
                                  </p:stCondLst>
                                  <p:childTnLst>
                                    <p:set>
                                      <p:cBhvr>
                                        <p:cTn id="80" dur="1" fill="hold">
                                          <p:stCondLst>
                                            <p:cond delay="0"/>
                                          </p:stCondLst>
                                        </p:cTn>
                                        <p:tgtEl>
                                          <p:spTgt spid="2">
                                            <p:graphicEl>
                                              <a:dgm id="{6079A77D-3E21-4758-8A05-6D338E815F3B}"/>
                                            </p:graphicEl>
                                          </p:spTgt>
                                        </p:tgtEl>
                                        <p:attrNameLst>
                                          <p:attrName>style.visibility</p:attrName>
                                        </p:attrNameLst>
                                      </p:cBhvr>
                                      <p:to>
                                        <p:strVal val="visible"/>
                                      </p:to>
                                    </p:set>
                                    <p:anim calcmode="lin" valueType="num">
                                      <p:cBhvr additive="base">
                                        <p:cTn id="81" dur="500" fill="hold"/>
                                        <p:tgtEl>
                                          <p:spTgt spid="2">
                                            <p:graphicEl>
                                              <a:dgm id="{6079A77D-3E21-4758-8A05-6D338E815F3B}"/>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2">
                                            <p:graphicEl>
                                              <a:dgm id="{6079A77D-3E21-4758-8A05-6D338E815F3B}"/>
                                            </p:graphicEl>
                                          </p:spTgt>
                                        </p:tgtEl>
                                        <p:attrNameLst>
                                          <p:attrName>ppt_y</p:attrName>
                                        </p:attrNameLst>
                                      </p:cBhvr>
                                      <p:tavLst>
                                        <p:tav tm="0">
                                          <p:val>
                                            <p:strVal val="0-#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1" fill="hold" grpId="0" nodeType="clickEffect">
                                  <p:stCondLst>
                                    <p:cond delay="0"/>
                                  </p:stCondLst>
                                  <p:childTnLst>
                                    <p:set>
                                      <p:cBhvr>
                                        <p:cTn id="86" dur="1" fill="hold">
                                          <p:stCondLst>
                                            <p:cond delay="0"/>
                                          </p:stCondLst>
                                        </p:cTn>
                                        <p:tgtEl>
                                          <p:spTgt spid="2">
                                            <p:graphicEl>
                                              <a:dgm id="{2122A1F4-A0DE-4A12-A76F-39B69DAB8B36}"/>
                                            </p:graphicEl>
                                          </p:spTgt>
                                        </p:tgtEl>
                                        <p:attrNameLst>
                                          <p:attrName>style.visibility</p:attrName>
                                        </p:attrNameLst>
                                      </p:cBhvr>
                                      <p:to>
                                        <p:strVal val="visible"/>
                                      </p:to>
                                    </p:set>
                                    <p:anim calcmode="lin" valueType="num">
                                      <p:cBhvr additive="base">
                                        <p:cTn id="87" dur="500" fill="hold"/>
                                        <p:tgtEl>
                                          <p:spTgt spid="2">
                                            <p:graphicEl>
                                              <a:dgm id="{2122A1F4-A0DE-4A12-A76F-39B69DAB8B36}"/>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2">
                                            <p:graphicEl>
                                              <a:dgm id="{2122A1F4-A0DE-4A12-A76F-39B69DAB8B36}"/>
                                            </p:graphicEl>
                                          </p:spTgt>
                                        </p:tgtEl>
                                        <p:attrNameLst>
                                          <p:attrName>ppt_y</p:attrName>
                                        </p:attrNameLst>
                                      </p:cBhvr>
                                      <p:tavLst>
                                        <p:tav tm="0">
                                          <p:val>
                                            <p:strVal val="0-#ppt_h/2"/>
                                          </p:val>
                                        </p:tav>
                                        <p:tav tm="100000">
                                          <p:val>
                                            <p:strVal val="#ppt_y"/>
                                          </p:val>
                                        </p:tav>
                                      </p:tavLst>
                                    </p:anim>
                                  </p:childTnLst>
                                </p:cTn>
                              </p:par>
                              <p:par>
                                <p:cTn id="89" presetID="2" presetClass="entr" presetSubtype="1" fill="hold" grpId="0" nodeType="withEffect">
                                  <p:stCondLst>
                                    <p:cond delay="0"/>
                                  </p:stCondLst>
                                  <p:childTnLst>
                                    <p:set>
                                      <p:cBhvr>
                                        <p:cTn id="90" dur="1" fill="hold">
                                          <p:stCondLst>
                                            <p:cond delay="0"/>
                                          </p:stCondLst>
                                        </p:cTn>
                                        <p:tgtEl>
                                          <p:spTgt spid="2">
                                            <p:graphicEl>
                                              <a:dgm id="{7980ADBD-E83E-4B56-96D9-DFDF50041C24}"/>
                                            </p:graphicEl>
                                          </p:spTgt>
                                        </p:tgtEl>
                                        <p:attrNameLst>
                                          <p:attrName>style.visibility</p:attrName>
                                        </p:attrNameLst>
                                      </p:cBhvr>
                                      <p:to>
                                        <p:strVal val="visible"/>
                                      </p:to>
                                    </p:set>
                                    <p:anim calcmode="lin" valueType="num">
                                      <p:cBhvr additive="base">
                                        <p:cTn id="91" dur="500" fill="hold"/>
                                        <p:tgtEl>
                                          <p:spTgt spid="2">
                                            <p:graphicEl>
                                              <a:dgm id="{7980ADBD-E83E-4B56-96D9-DFDF50041C24}"/>
                                            </p:graphicEl>
                                          </p:spTgt>
                                        </p:tgtEl>
                                        <p:attrNameLst>
                                          <p:attrName>ppt_x</p:attrName>
                                        </p:attrNameLst>
                                      </p:cBhvr>
                                      <p:tavLst>
                                        <p:tav tm="0">
                                          <p:val>
                                            <p:strVal val="#ppt_x"/>
                                          </p:val>
                                        </p:tav>
                                        <p:tav tm="100000">
                                          <p:val>
                                            <p:strVal val="#ppt_x"/>
                                          </p:val>
                                        </p:tav>
                                      </p:tavLst>
                                    </p:anim>
                                    <p:anim calcmode="lin" valueType="num">
                                      <p:cBhvr additive="base">
                                        <p:cTn id="92" dur="500" fill="hold"/>
                                        <p:tgtEl>
                                          <p:spTgt spid="2">
                                            <p:graphicEl>
                                              <a:dgm id="{7980ADBD-E83E-4B56-96D9-DFDF50041C24}"/>
                                            </p:graphicEl>
                                          </p:spTgt>
                                        </p:tgtEl>
                                        <p:attrNameLst>
                                          <p:attrName>ppt_y</p:attrName>
                                        </p:attrNameLst>
                                      </p:cBhvr>
                                      <p:tavLst>
                                        <p:tav tm="0">
                                          <p:val>
                                            <p:strVal val="0-#ppt_h/2"/>
                                          </p:val>
                                        </p:tav>
                                        <p:tav tm="100000">
                                          <p:val>
                                            <p:strVal val="#ppt_y"/>
                                          </p:val>
                                        </p:tav>
                                      </p:tavLst>
                                    </p:anim>
                                  </p:childTnLst>
                                </p:cTn>
                              </p:par>
                              <p:par>
                                <p:cTn id="93" presetID="2" presetClass="entr" presetSubtype="1" fill="hold" grpId="0" nodeType="withEffect">
                                  <p:stCondLst>
                                    <p:cond delay="0"/>
                                  </p:stCondLst>
                                  <p:childTnLst>
                                    <p:set>
                                      <p:cBhvr>
                                        <p:cTn id="94" dur="1" fill="hold">
                                          <p:stCondLst>
                                            <p:cond delay="0"/>
                                          </p:stCondLst>
                                        </p:cTn>
                                        <p:tgtEl>
                                          <p:spTgt spid="2">
                                            <p:graphicEl>
                                              <a:dgm id="{59E22EE9-245D-4311-8B24-362EDA42CFE0}"/>
                                            </p:graphicEl>
                                          </p:spTgt>
                                        </p:tgtEl>
                                        <p:attrNameLst>
                                          <p:attrName>style.visibility</p:attrName>
                                        </p:attrNameLst>
                                      </p:cBhvr>
                                      <p:to>
                                        <p:strVal val="visible"/>
                                      </p:to>
                                    </p:set>
                                    <p:anim calcmode="lin" valueType="num">
                                      <p:cBhvr additive="base">
                                        <p:cTn id="95" dur="500" fill="hold"/>
                                        <p:tgtEl>
                                          <p:spTgt spid="2">
                                            <p:graphicEl>
                                              <a:dgm id="{59E22EE9-245D-4311-8B24-362EDA42CFE0}"/>
                                            </p:graphicEl>
                                          </p:spTgt>
                                        </p:tgtEl>
                                        <p:attrNameLst>
                                          <p:attrName>ppt_x</p:attrName>
                                        </p:attrNameLst>
                                      </p:cBhvr>
                                      <p:tavLst>
                                        <p:tav tm="0">
                                          <p:val>
                                            <p:strVal val="#ppt_x"/>
                                          </p:val>
                                        </p:tav>
                                        <p:tav tm="100000">
                                          <p:val>
                                            <p:strVal val="#ppt_x"/>
                                          </p:val>
                                        </p:tav>
                                      </p:tavLst>
                                    </p:anim>
                                    <p:anim calcmode="lin" valueType="num">
                                      <p:cBhvr additive="base">
                                        <p:cTn id="96" dur="500" fill="hold"/>
                                        <p:tgtEl>
                                          <p:spTgt spid="2">
                                            <p:graphicEl>
                                              <a:dgm id="{59E22EE9-245D-4311-8B24-362EDA42CFE0}"/>
                                            </p:graphicEl>
                                          </p:spTgt>
                                        </p:tgtEl>
                                        <p:attrNameLst>
                                          <p:attrName>ppt_y</p:attrName>
                                        </p:attrNameLst>
                                      </p:cBhvr>
                                      <p:tavLst>
                                        <p:tav tm="0">
                                          <p:val>
                                            <p:strVal val="0-#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1" fill="hold" grpId="0" nodeType="clickEffect">
                                  <p:stCondLst>
                                    <p:cond delay="0"/>
                                  </p:stCondLst>
                                  <p:childTnLst>
                                    <p:set>
                                      <p:cBhvr>
                                        <p:cTn id="100" dur="1" fill="hold">
                                          <p:stCondLst>
                                            <p:cond delay="0"/>
                                          </p:stCondLst>
                                        </p:cTn>
                                        <p:tgtEl>
                                          <p:spTgt spid="2">
                                            <p:graphicEl>
                                              <a:dgm id="{8909A96E-FE90-437F-AE1A-2C7D3CEE39E5}"/>
                                            </p:graphicEl>
                                          </p:spTgt>
                                        </p:tgtEl>
                                        <p:attrNameLst>
                                          <p:attrName>style.visibility</p:attrName>
                                        </p:attrNameLst>
                                      </p:cBhvr>
                                      <p:to>
                                        <p:strVal val="visible"/>
                                      </p:to>
                                    </p:set>
                                    <p:anim calcmode="lin" valueType="num">
                                      <p:cBhvr additive="base">
                                        <p:cTn id="101" dur="500" fill="hold"/>
                                        <p:tgtEl>
                                          <p:spTgt spid="2">
                                            <p:graphicEl>
                                              <a:dgm id="{8909A96E-FE90-437F-AE1A-2C7D3CEE39E5}"/>
                                            </p:graphicEl>
                                          </p:spTgt>
                                        </p:tgtEl>
                                        <p:attrNameLst>
                                          <p:attrName>ppt_x</p:attrName>
                                        </p:attrNameLst>
                                      </p:cBhvr>
                                      <p:tavLst>
                                        <p:tav tm="0">
                                          <p:val>
                                            <p:strVal val="#ppt_x"/>
                                          </p:val>
                                        </p:tav>
                                        <p:tav tm="100000">
                                          <p:val>
                                            <p:strVal val="#ppt_x"/>
                                          </p:val>
                                        </p:tav>
                                      </p:tavLst>
                                    </p:anim>
                                    <p:anim calcmode="lin" valueType="num">
                                      <p:cBhvr additive="base">
                                        <p:cTn id="102" dur="500" fill="hold"/>
                                        <p:tgtEl>
                                          <p:spTgt spid="2">
                                            <p:graphicEl>
                                              <a:dgm id="{8909A96E-FE90-437F-AE1A-2C7D3CEE39E5}"/>
                                            </p:graphicEl>
                                          </p:spTgt>
                                        </p:tgtEl>
                                        <p:attrNameLst>
                                          <p:attrName>ppt_y</p:attrName>
                                        </p:attrNameLst>
                                      </p:cBhvr>
                                      <p:tavLst>
                                        <p:tav tm="0">
                                          <p:val>
                                            <p:strVal val="0-#ppt_h/2"/>
                                          </p:val>
                                        </p:tav>
                                        <p:tav tm="100000">
                                          <p:val>
                                            <p:strVal val="#ppt_y"/>
                                          </p:val>
                                        </p:tav>
                                      </p:tavLst>
                                    </p:anim>
                                  </p:childTnLst>
                                </p:cTn>
                              </p:par>
                              <p:par>
                                <p:cTn id="103" presetID="2" presetClass="entr" presetSubtype="1" fill="hold" grpId="0" nodeType="withEffect">
                                  <p:stCondLst>
                                    <p:cond delay="0"/>
                                  </p:stCondLst>
                                  <p:childTnLst>
                                    <p:set>
                                      <p:cBhvr>
                                        <p:cTn id="104" dur="1" fill="hold">
                                          <p:stCondLst>
                                            <p:cond delay="0"/>
                                          </p:stCondLst>
                                        </p:cTn>
                                        <p:tgtEl>
                                          <p:spTgt spid="2">
                                            <p:graphicEl>
                                              <a:dgm id="{D9C424DE-EB8C-4725-BB67-4760A7F4ED58}"/>
                                            </p:graphicEl>
                                          </p:spTgt>
                                        </p:tgtEl>
                                        <p:attrNameLst>
                                          <p:attrName>style.visibility</p:attrName>
                                        </p:attrNameLst>
                                      </p:cBhvr>
                                      <p:to>
                                        <p:strVal val="visible"/>
                                      </p:to>
                                    </p:set>
                                    <p:anim calcmode="lin" valueType="num">
                                      <p:cBhvr additive="base">
                                        <p:cTn id="105" dur="500" fill="hold"/>
                                        <p:tgtEl>
                                          <p:spTgt spid="2">
                                            <p:graphicEl>
                                              <a:dgm id="{D9C424DE-EB8C-4725-BB67-4760A7F4ED58}"/>
                                            </p:graphicEl>
                                          </p:spTgt>
                                        </p:tgtEl>
                                        <p:attrNameLst>
                                          <p:attrName>ppt_x</p:attrName>
                                        </p:attrNameLst>
                                      </p:cBhvr>
                                      <p:tavLst>
                                        <p:tav tm="0">
                                          <p:val>
                                            <p:strVal val="#ppt_x"/>
                                          </p:val>
                                        </p:tav>
                                        <p:tav tm="100000">
                                          <p:val>
                                            <p:strVal val="#ppt_x"/>
                                          </p:val>
                                        </p:tav>
                                      </p:tavLst>
                                    </p:anim>
                                    <p:anim calcmode="lin" valueType="num">
                                      <p:cBhvr additive="base">
                                        <p:cTn id="106" dur="500" fill="hold"/>
                                        <p:tgtEl>
                                          <p:spTgt spid="2">
                                            <p:graphicEl>
                                              <a:dgm id="{D9C424DE-EB8C-4725-BB67-4760A7F4ED58}"/>
                                            </p:graphicEl>
                                          </p:spTgt>
                                        </p:tgtEl>
                                        <p:attrNameLst>
                                          <p:attrName>ppt_y</p:attrName>
                                        </p:attrNameLst>
                                      </p:cBhvr>
                                      <p:tavLst>
                                        <p:tav tm="0">
                                          <p:val>
                                            <p:strVal val="0-#ppt_h/2"/>
                                          </p:val>
                                        </p:tav>
                                        <p:tav tm="100000">
                                          <p:val>
                                            <p:strVal val="#ppt_y"/>
                                          </p:val>
                                        </p:tav>
                                      </p:tavLst>
                                    </p:anim>
                                  </p:childTnLst>
                                </p:cTn>
                              </p:par>
                              <p:par>
                                <p:cTn id="107" presetID="2" presetClass="entr" presetSubtype="1" fill="hold" grpId="0" nodeType="withEffect">
                                  <p:stCondLst>
                                    <p:cond delay="0"/>
                                  </p:stCondLst>
                                  <p:childTnLst>
                                    <p:set>
                                      <p:cBhvr>
                                        <p:cTn id="108" dur="1" fill="hold">
                                          <p:stCondLst>
                                            <p:cond delay="0"/>
                                          </p:stCondLst>
                                        </p:cTn>
                                        <p:tgtEl>
                                          <p:spTgt spid="2">
                                            <p:graphicEl>
                                              <a:dgm id="{1E9FD425-5A63-4433-91A5-6620084DD2B2}"/>
                                            </p:graphicEl>
                                          </p:spTgt>
                                        </p:tgtEl>
                                        <p:attrNameLst>
                                          <p:attrName>style.visibility</p:attrName>
                                        </p:attrNameLst>
                                      </p:cBhvr>
                                      <p:to>
                                        <p:strVal val="visible"/>
                                      </p:to>
                                    </p:set>
                                    <p:anim calcmode="lin" valueType="num">
                                      <p:cBhvr additive="base">
                                        <p:cTn id="109" dur="500" fill="hold"/>
                                        <p:tgtEl>
                                          <p:spTgt spid="2">
                                            <p:graphicEl>
                                              <a:dgm id="{1E9FD425-5A63-4433-91A5-6620084DD2B2}"/>
                                            </p:graphicEl>
                                          </p:spTgt>
                                        </p:tgtEl>
                                        <p:attrNameLst>
                                          <p:attrName>ppt_x</p:attrName>
                                        </p:attrNameLst>
                                      </p:cBhvr>
                                      <p:tavLst>
                                        <p:tav tm="0">
                                          <p:val>
                                            <p:strVal val="#ppt_x"/>
                                          </p:val>
                                        </p:tav>
                                        <p:tav tm="100000">
                                          <p:val>
                                            <p:strVal val="#ppt_x"/>
                                          </p:val>
                                        </p:tav>
                                      </p:tavLst>
                                    </p:anim>
                                    <p:anim calcmode="lin" valueType="num">
                                      <p:cBhvr additive="base">
                                        <p:cTn id="110" dur="500" fill="hold"/>
                                        <p:tgtEl>
                                          <p:spTgt spid="2">
                                            <p:graphicEl>
                                              <a:dgm id="{1E9FD425-5A63-4433-91A5-6620084DD2B2}"/>
                                            </p:graphicEl>
                                          </p:spTgt>
                                        </p:tgtEl>
                                        <p:attrNameLst>
                                          <p:attrName>ppt_y</p:attrName>
                                        </p:attrNameLst>
                                      </p:cBhvr>
                                      <p:tavLst>
                                        <p:tav tm="0">
                                          <p:val>
                                            <p:strVal val="0-#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1" fill="hold" grpId="0" nodeType="clickEffect">
                                  <p:stCondLst>
                                    <p:cond delay="0"/>
                                  </p:stCondLst>
                                  <p:childTnLst>
                                    <p:set>
                                      <p:cBhvr>
                                        <p:cTn id="114" dur="1" fill="hold">
                                          <p:stCondLst>
                                            <p:cond delay="0"/>
                                          </p:stCondLst>
                                        </p:cTn>
                                        <p:tgtEl>
                                          <p:spTgt spid="2">
                                            <p:graphicEl>
                                              <a:dgm id="{B192BF70-2B4E-40BE-AAA3-F20CF81A1617}"/>
                                            </p:graphicEl>
                                          </p:spTgt>
                                        </p:tgtEl>
                                        <p:attrNameLst>
                                          <p:attrName>style.visibility</p:attrName>
                                        </p:attrNameLst>
                                      </p:cBhvr>
                                      <p:to>
                                        <p:strVal val="visible"/>
                                      </p:to>
                                    </p:set>
                                    <p:anim calcmode="lin" valueType="num">
                                      <p:cBhvr additive="base">
                                        <p:cTn id="115" dur="500" fill="hold"/>
                                        <p:tgtEl>
                                          <p:spTgt spid="2">
                                            <p:graphicEl>
                                              <a:dgm id="{B192BF70-2B4E-40BE-AAA3-F20CF81A1617}"/>
                                            </p:graphicEl>
                                          </p:spTgt>
                                        </p:tgtEl>
                                        <p:attrNameLst>
                                          <p:attrName>ppt_x</p:attrName>
                                        </p:attrNameLst>
                                      </p:cBhvr>
                                      <p:tavLst>
                                        <p:tav tm="0">
                                          <p:val>
                                            <p:strVal val="#ppt_x"/>
                                          </p:val>
                                        </p:tav>
                                        <p:tav tm="100000">
                                          <p:val>
                                            <p:strVal val="#ppt_x"/>
                                          </p:val>
                                        </p:tav>
                                      </p:tavLst>
                                    </p:anim>
                                    <p:anim calcmode="lin" valueType="num">
                                      <p:cBhvr additive="base">
                                        <p:cTn id="116" dur="500" fill="hold"/>
                                        <p:tgtEl>
                                          <p:spTgt spid="2">
                                            <p:graphicEl>
                                              <a:dgm id="{B192BF70-2B4E-40BE-AAA3-F20CF81A1617}"/>
                                            </p:graphicEl>
                                          </p:spTgt>
                                        </p:tgtEl>
                                        <p:attrNameLst>
                                          <p:attrName>ppt_y</p:attrName>
                                        </p:attrNameLst>
                                      </p:cBhvr>
                                      <p:tavLst>
                                        <p:tav tm="0">
                                          <p:val>
                                            <p:strVal val="0-#ppt_h/2"/>
                                          </p:val>
                                        </p:tav>
                                        <p:tav tm="100000">
                                          <p:val>
                                            <p:strVal val="#ppt_y"/>
                                          </p:val>
                                        </p:tav>
                                      </p:tavLst>
                                    </p:anim>
                                  </p:childTnLst>
                                </p:cTn>
                              </p:par>
                              <p:par>
                                <p:cTn id="117" presetID="2" presetClass="entr" presetSubtype="1" fill="hold" grpId="0" nodeType="withEffect">
                                  <p:stCondLst>
                                    <p:cond delay="0"/>
                                  </p:stCondLst>
                                  <p:childTnLst>
                                    <p:set>
                                      <p:cBhvr>
                                        <p:cTn id="118" dur="1" fill="hold">
                                          <p:stCondLst>
                                            <p:cond delay="0"/>
                                          </p:stCondLst>
                                        </p:cTn>
                                        <p:tgtEl>
                                          <p:spTgt spid="2">
                                            <p:graphicEl>
                                              <a:dgm id="{FFFB8855-1341-4585-AFCA-043B0E593D8B}"/>
                                            </p:graphicEl>
                                          </p:spTgt>
                                        </p:tgtEl>
                                        <p:attrNameLst>
                                          <p:attrName>style.visibility</p:attrName>
                                        </p:attrNameLst>
                                      </p:cBhvr>
                                      <p:to>
                                        <p:strVal val="visible"/>
                                      </p:to>
                                    </p:set>
                                    <p:anim calcmode="lin" valueType="num">
                                      <p:cBhvr additive="base">
                                        <p:cTn id="119" dur="500" fill="hold"/>
                                        <p:tgtEl>
                                          <p:spTgt spid="2">
                                            <p:graphicEl>
                                              <a:dgm id="{FFFB8855-1341-4585-AFCA-043B0E593D8B}"/>
                                            </p:graphicEl>
                                          </p:spTgt>
                                        </p:tgtEl>
                                        <p:attrNameLst>
                                          <p:attrName>ppt_x</p:attrName>
                                        </p:attrNameLst>
                                      </p:cBhvr>
                                      <p:tavLst>
                                        <p:tav tm="0">
                                          <p:val>
                                            <p:strVal val="#ppt_x"/>
                                          </p:val>
                                        </p:tav>
                                        <p:tav tm="100000">
                                          <p:val>
                                            <p:strVal val="#ppt_x"/>
                                          </p:val>
                                        </p:tav>
                                      </p:tavLst>
                                    </p:anim>
                                    <p:anim calcmode="lin" valueType="num">
                                      <p:cBhvr additive="base">
                                        <p:cTn id="120" dur="500" fill="hold"/>
                                        <p:tgtEl>
                                          <p:spTgt spid="2">
                                            <p:graphicEl>
                                              <a:dgm id="{FFFB8855-1341-4585-AFCA-043B0E593D8B}"/>
                                            </p:graphicEl>
                                          </p:spTgt>
                                        </p:tgtEl>
                                        <p:attrNameLst>
                                          <p:attrName>ppt_y</p:attrName>
                                        </p:attrNameLst>
                                      </p:cBhvr>
                                      <p:tavLst>
                                        <p:tav tm="0">
                                          <p:val>
                                            <p:strVal val="0-#ppt_h/2"/>
                                          </p:val>
                                        </p:tav>
                                        <p:tav tm="100000">
                                          <p:val>
                                            <p:strVal val="#ppt_y"/>
                                          </p:val>
                                        </p:tav>
                                      </p:tavLst>
                                    </p:anim>
                                  </p:childTnLst>
                                </p:cTn>
                              </p:par>
                              <p:par>
                                <p:cTn id="121" presetID="2" presetClass="entr" presetSubtype="1" fill="hold" grpId="0" nodeType="withEffect">
                                  <p:stCondLst>
                                    <p:cond delay="0"/>
                                  </p:stCondLst>
                                  <p:childTnLst>
                                    <p:set>
                                      <p:cBhvr>
                                        <p:cTn id="122" dur="1" fill="hold">
                                          <p:stCondLst>
                                            <p:cond delay="0"/>
                                          </p:stCondLst>
                                        </p:cTn>
                                        <p:tgtEl>
                                          <p:spTgt spid="2">
                                            <p:graphicEl>
                                              <a:dgm id="{A1398C71-29D9-4FB5-B388-BED9BB068FB9}"/>
                                            </p:graphicEl>
                                          </p:spTgt>
                                        </p:tgtEl>
                                        <p:attrNameLst>
                                          <p:attrName>style.visibility</p:attrName>
                                        </p:attrNameLst>
                                      </p:cBhvr>
                                      <p:to>
                                        <p:strVal val="visible"/>
                                      </p:to>
                                    </p:set>
                                    <p:anim calcmode="lin" valueType="num">
                                      <p:cBhvr additive="base">
                                        <p:cTn id="123" dur="500" fill="hold"/>
                                        <p:tgtEl>
                                          <p:spTgt spid="2">
                                            <p:graphicEl>
                                              <a:dgm id="{A1398C71-29D9-4FB5-B388-BED9BB068FB9}"/>
                                            </p:graphicEl>
                                          </p:spTgt>
                                        </p:tgtEl>
                                        <p:attrNameLst>
                                          <p:attrName>ppt_x</p:attrName>
                                        </p:attrNameLst>
                                      </p:cBhvr>
                                      <p:tavLst>
                                        <p:tav tm="0">
                                          <p:val>
                                            <p:strVal val="#ppt_x"/>
                                          </p:val>
                                        </p:tav>
                                        <p:tav tm="100000">
                                          <p:val>
                                            <p:strVal val="#ppt_x"/>
                                          </p:val>
                                        </p:tav>
                                      </p:tavLst>
                                    </p:anim>
                                    <p:anim calcmode="lin" valueType="num">
                                      <p:cBhvr additive="base">
                                        <p:cTn id="124" dur="500" fill="hold"/>
                                        <p:tgtEl>
                                          <p:spTgt spid="2">
                                            <p:graphicEl>
                                              <a:dgm id="{A1398C71-29D9-4FB5-B388-BED9BB068FB9}"/>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notepad (1).png"/>
          <p:cNvPicPr>
            <a:picLocks noChangeAspect="1"/>
          </p:cNvPicPr>
          <p:nvPr/>
        </p:nvPicPr>
        <p:blipFill>
          <a:blip r:embed="rId2" cstate="print"/>
          <a:stretch>
            <a:fillRect/>
          </a:stretch>
        </p:blipFill>
        <p:spPr>
          <a:xfrm>
            <a:off x="2322076" y="685799"/>
            <a:ext cx="6475560" cy="5432613"/>
          </a:xfrm>
          <a:prstGeom prst="rect">
            <a:avLst/>
          </a:prstGeom>
        </p:spPr>
      </p:pic>
      <p:sp>
        <p:nvSpPr>
          <p:cNvPr id="24" name="Rectangle 23"/>
          <p:cNvSpPr/>
          <p:nvPr/>
        </p:nvSpPr>
        <p:spPr>
          <a:xfrm>
            <a:off x="2592898" y="1055647"/>
            <a:ext cx="5996920" cy="4514842"/>
          </a:xfrm>
          <a:prstGeom prst="rect">
            <a:avLst/>
          </a:prstGeom>
        </p:spPr>
        <p:txBody>
          <a:bodyPr wrap="square" lIns="82058" tIns="41029" rIns="82058" bIns="41029">
            <a:spAutoFit/>
          </a:bodyPr>
          <a:lstStyle/>
          <a:p>
            <a:pPr algn="ctr"/>
            <a:r>
              <a:rPr lang="en-US" sz="4800" b="1" dirty="0" smtClean="0">
                <a:latin typeface="Berlin Sans FB" panose="020E0602020502020306" pitchFamily="34" charset="0"/>
              </a:rPr>
              <a:t>5</a:t>
            </a:r>
            <a:r>
              <a:rPr lang="en-US" sz="4800" b="1" baseline="30000" dirty="0" smtClean="0">
                <a:latin typeface="Berlin Sans FB" panose="020E0602020502020306" pitchFamily="34" charset="0"/>
              </a:rPr>
              <a:t>TH</a:t>
            </a:r>
            <a:r>
              <a:rPr lang="en-US" sz="4800" b="1" dirty="0" smtClean="0">
                <a:latin typeface="Berlin Sans FB" panose="020E0602020502020306" pitchFamily="34" charset="0"/>
              </a:rPr>
              <a:t> Pillar</a:t>
            </a:r>
          </a:p>
          <a:p>
            <a:pPr algn="ctr"/>
            <a:r>
              <a:rPr lang="en-US" sz="4800" b="1" dirty="0" smtClean="0">
                <a:solidFill>
                  <a:srgbClr val="FF0000"/>
                </a:solidFill>
                <a:latin typeface="Berlin Sans FB" panose="020E0602020502020306" pitchFamily="34" charset="0"/>
              </a:rPr>
              <a:t>Learning to Transform Oneself and Society</a:t>
            </a:r>
          </a:p>
          <a:p>
            <a:pPr algn="ctr"/>
            <a:r>
              <a:rPr lang="en-US" sz="4800" b="1" dirty="0" smtClean="0">
                <a:latin typeface="Berlin Sans FB" panose="020E0602020502020306" pitchFamily="34" charset="0"/>
              </a:rPr>
              <a:t>-combination of the 4 pilalrs</a:t>
            </a:r>
            <a:endParaRPr lang="en-US" sz="4800" dirty="0">
              <a:latin typeface="Berlin Sans FB" panose="020E0602020502020306" pitchFamily="34" charset="0"/>
            </a:endParaRPr>
          </a:p>
        </p:txBody>
      </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10" y="925343"/>
            <a:ext cx="2638976" cy="5669340"/>
          </a:xfrm>
          <a:prstGeom prst="rect">
            <a:avLst/>
          </a:prstGeom>
        </p:spPr>
      </p:pic>
    </p:spTree>
    <p:extLst>
      <p:ext uri="{BB962C8B-B14F-4D97-AF65-F5344CB8AC3E}">
        <p14:creationId xmlns:p14="http://schemas.microsoft.com/office/powerpoint/2010/main" val="310999330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50. What </a:t>
            </a:r>
            <a:r>
              <a:rPr lang="en-GB" dirty="0">
                <a:solidFill>
                  <a:schemeClr val="tx1"/>
                </a:solidFill>
              </a:rPr>
              <a:t>observation tests to the fact that the student’s motivation vary according to socio-cultural background</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Females </a:t>
            </a:r>
            <a:r>
              <a:rPr lang="en-GB" dirty="0">
                <a:solidFill>
                  <a:schemeClr val="tx1"/>
                </a:solidFill>
              </a:rPr>
              <a:t>mature earlier than boys</a:t>
            </a:r>
            <a:endParaRPr lang="en-PH" dirty="0">
              <a:solidFill>
                <a:schemeClr val="tx1"/>
              </a:solidFill>
            </a:endParaRPr>
          </a:p>
          <a:p>
            <a:pPr marL="514350" indent="-514350" algn="l">
              <a:buFont typeface="+mj-lt"/>
              <a:buAutoNum type="alphaUcPeriod"/>
            </a:pPr>
            <a:r>
              <a:rPr lang="en-GB" dirty="0" smtClean="0">
                <a:solidFill>
                  <a:schemeClr val="tx1"/>
                </a:solidFill>
              </a:rPr>
              <a:t>Genetic </a:t>
            </a:r>
            <a:r>
              <a:rPr lang="en-GB" dirty="0">
                <a:solidFill>
                  <a:schemeClr val="tx1"/>
                </a:solidFill>
              </a:rPr>
              <a:t>endowments may show gifted endowments among the young</a:t>
            </a:r>
            <a:endParaRPr lang="en-PH" dirty="0">
              <a:solidFill>
                <a:schemeClr val="tx1"/>
              </a:solidFill>
            </a:endParaRPr>
          </a:p>
          <a:p>
            <a:pPr marL="514350" indent="-514350" algn="l">
              <a:buFont typeface="+mj-lt"/>
              <a:buAutoNum type="alphaUcPeriod"/>
            </a:pPr>
            <a:r>
              <a:rPr lang="en-GB" dirty="0" smtClean="0">
                <a:solidFill>
                  <a:schemeClr val="tx1"/>
                </a:solidFill>
              </a:rPr>
              <a:t>Brains </a:t>
            </a:r>
            <a:r>
              <a:rPr lang="en-GB" dirty="0">
                <a:solidFill>
                  <a:schemeClr val="tx1"/>
                </a:solidFill>
              </a:rPr>
              <a:t>of boys are bigger and better than those of females</a:t>
            </a:r>
            <a:endParaRPr lang="en-PH" dirty="0">
              <a:solidFill>
                <a:schemeClr val="tx1"/>
              </a:solidFill>
            </a:endParaRPr>
          </a:p>
          <a:p>
            <a:pPr marL="514350" indent="-514350" algn="l">
              <a:buFont typeface="+mj-lt"/>
              <a:buAutoNum type="alphaUcPeriod"/>
            </a:pPr>
            <a:r>
              <a:rPr lang="en-GB" dirty="0" smtClean="0">
                <a:solidFill>
                  <a:schemeClr val="tx1"/>
                </a:solidFill>
              </a:rPr>
              <a:t>Children </a:t>
            </a:r>
            <a:r>
              <a:rPr lang="en-GB" dirty="0">
                <a:solidFill>
                  <a:schemeClr val="tx1"/>
                </a:solidFill>
              </a:rPr>
              <a:t>from low-income household meet more obstacles in learning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51. The </a:t>
            </a:r>
            <a:r>
              <a:rPr lang="en-GB" dirty="0">
                <a:solidFill>
                  <a:schemeClr val="tx1"/>
                </a:solidFill>
              </a:rPr>
              <a:t>world has become a global village. What sound practice is expected of teachers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Ethnocentrism</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Respect </a:t>
            </a:r>
            <a:r>
              <a:rPr lang="en-GB" dirty="0">
                <a:solidFill>
                  <a:schemeClr val="tx1"/>
                </a:solidFill>
              </a:rPr>
              <a:t>of diverse cultures	</a:t>
            </a:r>
            <a:endParaRPr lang="en-GB" dirty="0" smtClean="0">
              <a:solidFill>
                <a:schemeClr val="tx1"/>
              </a:solidFill>
            </a:endParaRPr>
          </a:p>
          <a:p>
            <a:pPr marL="514350" indent="-514350" algn="l">
              <a:buFont typeface="+mj-lt"/>
              <a:buAutoNum type="alphaUcPeriod"/>
            </a:pPr>
            <a:r>
              <a:rPr lang="en-GB" dirty="0" smtClean="0">
                <a:solidFill>
                  <a:schemeClr val="tx1"/>
                </a:solidFill>
              </a:rPr>
              <a:t>Ethnic </a:t>
            </a:r>
            <a:r>
              <a:rPr lang="en-GB" dirty="0">
                <a:solidFill>
                  <a:schemeClr val="tx1"/>
                </a:solidFill>
              </a:rPr>
              <a:t>cleansing</a:t>
            </a:r>
            <a:endParaRPr lang="en-PH" dirty="0">
              <a:solidFill>
                <a:schemeClr val="tx1"/>
              </a:solidFill>
            </a:endParaRPr>
          </a:p>
          <a:p>
            <a:pPr marL="514350" indent="-514350" algn="l">
              <a:buFont typeface="+mj-lt"/>
              <a:buAutoNum type="alphaUcPeriod"/>
            </a:pPr>
            <a:r>
              <a:rPr lang="en-GB" dirty="0" smtClean="0">
                <a:solidFill>
                  <a:schemeClr val="tx1"/>
                </a:solidFill>
              </a:rPr>
              <a:t>Xenocentrism</a:t>
            </a:r>
            <a:endParaRPr lang="en-PH" dirty="0">
              <a:solidFill>
                <a:schemeClr val="tx1"/>
              </a:solidFill>
            </a:endParaRPr>
          </a:p>
          <a:p>
            <a:pPr algn="l"/>
            <a:r>
              <a:rPr lang="en-GB" b="1" dirty="0">
                <a:solidFill>
                  <a:schemeClr val="tx1"/>
                </a:solidFill>
              </a:rPr>
              <a:t> </a:t>
            </a:r>
            <a:endParaRPr lang="en-PH"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52. What </a:t>
            </a:r>
            <a:r>
              <a:rPr lang="en-GB" dirty="0">
                <a:solidFill>
                  <a:schemeClr val="tx1"/>
                </a:solidFill>
              </a:rPr>
              <a:t>is journal writing using the internet and useful for teachers who can publish lesson ideas to digital </a:t>
            </a:r>
            <a:r>
              <a:rPr lang="en-GB" dirty="0" smtClean="0">
                <a:solidFill>
                  <a:schemeClr val="tx1"/>
                </a:solidFill>
              </a:rPr>
              <a:t>student readers</a:t>
            </a:r>
            <a:r>
              <a:rPr lang="en-GB" dirty="0">
                <a:solidFill>
                  <a:schemeClr val="tx1"/>
                </a:solidFill>
              </a:rPr>
              <a:t>? </a:t>
            </a:r>
            <a:endParaRPr lang="en-PH" dirty="0">
              <a:solidFill>
                <a:schemeClr val="tx1"/>
              </a:solidFill>
            </a:endParaRPr>
          </a:p>
          <a:p>
            <a:pPr marL="514350" indent="-514350" algn="l">
              <a:buFont typeface="+mj-lt"/>
              <a:buAutoNum type="alphaUcPeriod"/>
            </a:pPr>
            <a:r>
              <a:rPr lang="en-GB" dirty="0" smtClean="0">
                <a:solidFill>
                  <a:schemeClr val="tx1"/>
                </a:solidFill>
              </a:rPr>
              <a:t>Powerpoint</a:t>
            </a:r>
          </a:p>
          <a:p>
            <a:pPr marL="514350" indent="-514350" algn="l">
              <a:buFont typeface="+mj-lt"/>
              <a:buAutoNum type="alphaUcPeriod"/>
            </a:pPr>
            <a:r>
              <a:rPr lang="en-GB" dirty="0" smtClean="0">
                <a:solidFill>
                  <a:schemeClr val="tx1"/>
                </a:solidFill>
              </a:rPr>
              <a:t>Instagram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E-mail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Blog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53. What </a:t>
            </a:r>
            <a:r>
              <a:rPr lang="en-GB" dirty="0">
                <a:solidFill>
                  <a:schemeClr val="tx1"/>
                </a:solidFill>
              </a:rPr>
              <a:t>is the purpose of support instructional materials in the classroom</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Replace </a:t>
            </a:r>
            <a:r>
              <a:rPr lang="en-GB" dirty="0">
                <a:solidFill>
                  <a:schemeClr val="tx1"/>
                </a:solidFill>
              </a:rPr>
              <a:t>teacher’s functions </a:t>
            </a:r>
            <a:endParaRPr lang="en-GB" dirty="0" smtClean="0">
              <a:solidFill>
                <a:schemeClr val="tx1"/>
              </a:solidFill>
            </a:endParaRPr>
          </a:p>
          <a:p>
            <a:pPr marL="514350" indent="-514350" algn="l">
              <a:buFont typeface="+mj-lt"/>
              <a:buAutoNum type="alphaUcPeriod"/>
            </a:pPr>
            <a:r>
              <a:rPr lang="en-GB" dirty="0" smtClean="0">
                <a:solidFill>
                  <a:schemeClr val="tx1"/>
                </a:solidFill>
              </a:rPr>
              <a:t>Teach </a:t>
            </a:r>
            <a:r>
              <a:rPr lang="en-GB" dirty="0">
                <a:solidFill>
                  <a:schemeClr val="tx1"/>
                </a:solidFill>
              </a:rPr>
              <a:t>new lesson 	</a:t>
            </a:r>
            <a:endParaRPr lang="en-GB" dirty="0" smtClean="0">
              <a:solidFill>
                <a:schemeClr val="tx1"/>
              </a:solidFill>
            </a:endParaRPr>
          </a:p>
          <a:p>
            <a:pPr marL="514350" indent="-514350" algn="l">
              <a:buFont typeface="+mj-lt"/>
              <a:buAutoNum type="alphaUcPeriod"/>
            </a:pPr>
            <a:r>
              <a:rPr lang="en-GB" dirty="0" smtClean="0">
                <a:solidFill>
                  <a:schemeClr val="tx1"/>
                </a:solidFill>
              </a:rPr>
              <a:t>Enhance </a:t>
            </a:r>
            <a:r>
              <a:rPr lang="en-GB" dirty="0">
                <a:solidFill>
                  <a:schemeClr val="tx1"/>
                </a:solidFill>
              </a:rPr>
              <a:t>learning 	</a:t>
            </a:r>
            <a:endParaRPr lang="en-GB" dirty="0" smtClean="0">
              <a:solidFill>
                <a:schemeClr val="tx1"/>
              </a:solidFill>
            </a:endParaRPr>
          </a:p>
          <a:p>
            <a:pPr marL="514350" indent="-514350" algn="l">
              <a:buFont typeface="+mj-lt"/>
              <a:buAutoNum type="alphaUcPeriod"/>
            </a:pPr>
            <a:r>
              <a:rPr lang="en-GB" dirty="0" smtClean="0">
                <a:solidFill>
                  <a:schemeClr val="tx1"/>
                </a:solidFill>
              </a:rPr>
              <a:t>Speed </a:t>
            </a:r>
            <a:r>
              <a:rPr lang="en-GB" dirty="0">
                <a:solidFill>
                  <a:schemeClr val="tx1"/>
                </a:solidFill>
              </a:rPr>
              <a:t>up learning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54. With </a:t>
            </a:r>
            <a:r>
              <a:rPr lang="en-GB" dirty="0">
                <a:solidFill>
                  <a:schemeClr val="tx1"/>
                </a:solidFill>
              </a:rPr>
              <a:t>closeness to direct experience as standard, which one should a teacher choose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Contrived experiences</a:t>
            </a:r>
            <a:endParaRPr lang="en-GB" dirty="0">
              <a:solidFill>
                <a:schemeClr val="tx1"/>
              </a:solidFill>
            </a:endParaRPr>
          </a:p>
          <a:p>
            <a:pPr marL="514350" indent="-514350" algn="l">
              <a:buFont typeface="+mj-lt"/>
              <a:buAutoNum type="alphaUcPeriod"/>
            </a:pPr>
            <a:r>
              <a:rPr lang="en-GB" dirty="0" smtClean="0">
                <a:solidFill>
                  <a:schemeClr val="tx1"/>
                </a:solidFill>
              </a:rPr>
              <a:t>Study trip</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Dramatized experiences</a:t>
            </a:r>
            <a:endParaRPr lang="en-PH" dirty="0">
              <a:solidFill>
                <a:schemeClr val="tx1"/>
              </a:solidFill>
            </a:endParaRPr>
          </a:p>
          <a:p>
            <a:pPr marL="514350" indent="-514350" algn="l">
              <a:buFont typeface="+mj-lt"/>
              <a:buAutoNum type="alphaUcPeriod"/>
            </a:pPr>
            <a:r>
              <a:rPr lang="en-GB" dirty="0" smtClean="0">
                <a:solidFill>
                  <a:schemeClr val="tx1"/>
                </a:solidFill>
              </a:rPr>
              <a:t>Demonstration</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18011"/>
            <a:ext cx="8534401" cy="5708153"/>
          </a:xfrm>
        </p:spPr>
        <p:txBody>
          <a:bodyPr>
            <a:normAutofit/>
          </a:bodyPr>
          <a:lstStyle/>
          <a:p>
            <a:pPr marL="0" indent="0">
              <a:buNone/>
            </a:pPr>
            <a:endParaRPr lang="en-US" dirty="0"/>
          </a:p>
        </p:txBody>
      </p:sp>
      <p:pic>
        <p:nvPicPr>
          <p:cNvPr id="1026" name="Picture 2" descr="Image result for edgar dale contrived purposefu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62000"/>
            <a:ext cx="6597105"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47314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18011"/>
            <a:ext cx="8534401" cy="5708153"/>
          </a:xfrm>
        </p:spPr>
        <p:txBody>
          <a:bodyPr>
            <a:normAutofit/>
          </a:bodyPr>
          <a:lstStyle/>
          <a:p>
            <a:pPr marL="0" indent="0">
              <a:buNone/>
            </a:pPr>
            <a:endParaRPr lang="en-US" dirty="0"/>
          </a:p>
        </p:txBody>
      </p:sp>
      <p:pic>
        <p:nvPicPr>
          <p:cNvPr id="11266" name="Picture 2" descr="Image result for edgar dale's cone of exper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298933"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44723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55. What </a:t>
            </a:r>
            <a:r>
              <a:rPr lang="en-GB" dirty="0">
                <a:solidFill>
                  <a:schemeClr val="tx1"/>
                </a:solidFill>
              </a:rPr>
              <a:t>provides the most direct type of learning, but is difficult to supply in the traditional classroom</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Real-life experience</a:t>
            </a:r>
            <a:endParaRPr lang="en-GB" dirty="0">
              <a:solidFill>
                <a:schemeClr val="tx1"/>
              </a:solidFill>
            </a:endParaRPr>
          </a:p>
          <a:p>
            <a:pPr marL="514350" indent="-514350" algn="l">
              <a:buFont typeface="+mj-lt"/>
              <a:buAutoNum type="alphaUcPeriod"/>
            </a:pPr>
            <a:r>
              <a:rPr lang="en-GB" dirty="0" smtClean="0">
                <a:solidFill>
                  <a:schemeClr val="tx1"/>
                </a:solidFill>
              </a:rPr>
              <a:t>Computer-assisted </a:t>
            </a:r>
            <a:r>
              <a:rPr lang="en-GB" dirty="0">
                <a:solidFill>
                  <a:schemeClr val="tx1"/>
                </a:solidFill>
              </a:rPr>
              <a:t>learning	</a:t>
            </a:r>
            <a:endParaRPr lang="en-GB" dirty="0" smtClean="0">
              <a:solidFill>
                <a:schemeClr val="tx1"/>
              </a:solidFill>
            </a:endParaRPr>
          </a:p>
          <a:p>
            <a:pPr marL="514350" indent="-514350" algn="l">
              <a:buFont typeface="+mj-lt"/>
              <a:buAutoNum type="alphaUcPeriod"/>
            </a:pPr>
            <a:r>
              <a:rPr lang="en-GB" dirty="0" smtClean="0">
                <a:solidFill>
                  <a:schemeClr val="tx1"/>
                </a:solidFill>
              </a:rPr>
              <a:t>Verbal symbolism</a:t>
            </a:r>
            <a:endParaRPr lang="en-PH" dirty="0">
              <a:solidFill>
                <a:schemeClr val="tx1"/>
              </a:solidFill>
            </a:endParaRPr>
          </a:p>
          <a:p>
            <a:pPr marL="514350" indent="-514350" algn="l">
              <a:buFont typeface="+mj-lt"/>
              <a:buAutoNum type="alphaUcPeriod"/>
            </a:pPr>
            <a:r>
              <a:rPr lang="en-GB" dirty="0" smtClean="0">
                <a:solidFill>
                  <a:schemeClr val="tx1"/>
                </a:solidFill>
              </a:rPr>
              <a:t>Multisensory instructional aids</a:t>
            </a:r>
            <a:endParaRPr lang="en-PH" dirty="0" smtClean="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56. How </a:t>
            </a:r>
            <a:r>
              <a:rPr lang="en-GB" dirty="0">
                <a:solidFill>
                  <a:schemeClr val="tx1"/>
                </a:solidFill>
              </a:rPr>
              <a:t>is the Venn diagram most useful in presentation of concepts? </a:t>
            </a:r>
            <a:endParaRPr lang="en-PH" dirty="0">
              <a:solidFill>
                <a:schemeClr val="tx1"/>
              </a:solidFill>
            </a:endParaRPr>
          </a:p>
          <a:p>
            <a:pPr marL="514350" indent="-514350" algn="l">
              <a:buFont typeface="+mj-lt"/>
              <a:buAutoNum type="alphaUcPeriod"/>
            </a:pPr>
            <a:r>
              <a:rPr lang="en-GB" dirty="0" smtClean="0">
                <a:solidFill>
                  <a:schemeClr val="tx1"/>
                </a:solidFill>
              </a:rPr>
              <a:t>Sequence </a:t>
            </a:r>
            <a:r>
              <a:rPr lang="en-GB" dirty="0">
                <a:solidFill>
                  <a:schemeClr val="tx1"/>
                </a:solidFill>
              </a:rPr>
              <a:t>of events 			</a:t>
            </a:r>
            <a:endParaRPr lang="en-GB" dirty="0" smtClean="0">
              <a:solidFill>
                <a:schemeClr val="tx1"/>
              </a:solidFill>
            </a:endParaRPr>
          </a:p>
          <a:p>
            <a:pPr marL="514350" indent="-514350" algn="l">
              <a:buFont typeface="+mj-lt"/>
              <a:buAutoNum type="alphaUcPeriod"/>
            </a:pPr>
            <a:r>
              <a:rPr lang="en-GB" dirty="0" smtClean="0">
                <a:solidFill>
                  <a:schemeClr val="tx1"/>
                </a:solidFill>
              </a:rPr>
              <a:t>Comparison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Showing </a:t>
            </a:r>
            <a:r>
              <a:rPr lang="en-GB" dirty="0">
                <a:solidFill>
                  <a:schemeClr val="tx1"/>
                </a:solidFill>
              </a:rPr>
              <a:t>cause and </a:t>
            </a:r>
            <a:r>
              <a:rPr lang="en-GB" dirty="0" smtClean="0">
                <a:solidFill>
                  <a:schemeClr val="tx1"/>
                </a:solidFill>
              </a:rPr>
              <a:t>effect</a:t>
            </a:r>
          </a:p>
          <a:p>
            <a:pPr marL="514350" indent="-514350" algn="l">
              <a:buFont typeface="+mj-lt"/>
              <a:buAutoNum type="alphaUcPeriod"/>
            </a:pPr>
            <a:r>
              <a:rPr lang="en-GB" dirty="0" smtClean="0">
                <a:solidFill>
                  <a:schemeClr val="tx1"/>
                </a:solidFill>
              </a:rPr>
              <a:t>Presenting </a:t>
            </a:r>
            <a:r>
              <a:rPr lang="en-GB" dirty="0">
                <a:solidFill>
                  <a:schemeClr val="tx1"/>
                </a:solidFill>
              </a:rPr>
              <a:t>attributes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57. What </a:t>
            </a:r>
            <a:r>
              <a:rPr lang="en-GB" dirty="0">
                <a:solidFill>
                  <a:schemeClr val="tx1"/>
                </a:solidFill>
              </a:rPr>
              <a:t>visual aid is useful in showing the trend in temperature change from month-to-month? </a:t>
            </a:r>
            <a:endParaRPr lang="en-PH" dirty="0">
              <a:solidFill>
                <a:schemeClr val="tx1"/>
              </a:solidFill>
            </a:endParaRPr>
          </a:p>
          <a:p>
            <a:pPr marL="514350" indent="-514350" algn="l">
              <a:buFont typeface="+mj-lt"/>
              <a:buAutoNum type="alphaUcPeriod"/>
            </a:pPr>
            <a:r>
              <a:rPr lang="en-GB" dirty="0" smtClean="0">
                <a:solidFill>
                  <a:schemeClr val="tx1"/>
                </a:solidFill>
              </a:rPr>
              <a:t>Bar </a:t>
            </a:r>
            <a:r>
              <a:rPr lang="en-GB" dirty="0">
                <a:solidFill>
                  <a:schemeClr val="tx1"/>
                </a:solidFill>
              </a:rPr>
              <a:t>graph 		</a:t>
            </a:r>
            <a:endParaRPr lang="en-GB" dirty="0" smtClean="0">
              <a:solidFill>
                <a:schemeClr val="tx1"/>
              </a:solidFill>
            </a:endParaRPr>
          </a:p>
          <a:p>
            <a:pPr marL="514350" indent="-514350" algn="l">
              <a:buFont typeface="+mj-lt"/>
              <a:buAutoNum type="alphaUcPeriod"/>
            </a:pPr>
            <a:r>
              <a:rPr lang="en-GB" dirty="0" smtClean="0">
                <a:solidFill>
                  <a:schemeClr val="tx1"/>
                </a:solidFill>
              </a:rPr>
              <a:t>Flow </a:t>
            </a:r>
            <a:r>
              <a:rPr lang="en-GB" dirty="0">
                <a:solidFill>
                  <a:schemeClr val="tx1"/>
                </a:solidFill>
              </a:rPr>
              <a:t>chart 		</a:t>
            </a:r>
            <a:endParaRPr lang="en-GB" dirty="0" smtClean="0">
              <a:solidFill>
                <a:schemeClr val="tx1"/>
              </a:solidFill>
            </a:endParaRPr>
          </a:p>
          <a:p>
            <a:pPr marL="514350" indent="-514350" algn="l">
              <a:buFont typeface="+mj-lt"/>
              <a:buAutoNum type="alphaUcPeriod"/>
            </a:pPr>
            <a:r>
              <a:rPr lang="en-GB" dirty="0" smtClean="0">
                <a:solidFill>
                  <a:schemeClr val="tx1"/>
                </a:solidFill>
              </a:rPr>
              <a:t>Map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Drawing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58. Before </a:t>
            </a:r>
            <a:r>
              <a:rPr lang="en-GB" dirty="0">
                <a:solidFill>
                  <a:schemeClr val="tx1"/>
                </a:solidFill>
              </a:rPr>
              <a:t>the advent of technology and universal acceptance of diversity in the classroom, what was the paradigm of </a:t>
            </a:r>
            <a:r>
              <a:rPr lang="en-GB" dirty="0" smtClean="0">
                <a:solidFill>
                  <a:schemeClr val="tx1"/>
                </a:solidFill>
              </a:rPr>
              <a:t>classroom </a:t>
            </a:r>
            <a:r>
              <a:rPr lang="en-GB" dirty="0">
                <a:solidFill>
                  <a:schemeClr val="tx1"/>
                </a:solidFill>
              </a:rPr>
              <a:t>management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Procedures </a:t>
            </a:r>
            <a:r>
              <a:rPr lang="en-GB" dirty="0">
                <a:solidFill>
                  <a:schemeClr val="tx1"/>
                </a:solidFill>
              </a:rPr>
              <a:t>for self-discipline 			</a:t>
            </a:r>
            <a:endParaRPr lang="en-GB" dirty="0" smtClean="0">
              <a:solidFill>
                <a:schemeClr val="tx1"/>
              </a:solidFill>
            </a:endParaRPr>
          </a:p>
          <a:p>
            <a:pPr marL="514350" indent="-514350" algn="l">
              <a:buFont typeface="+mj-lt"/>
              <a:buAutoNum type="alphaUcPeriod"/>
            </a:pPr>
            <a:r>
              <a:rPr lang="en-GB" dirty="0" smtClean="0">
                <a:solidFill>
                  <a:schemeClr val="tx1"/>
                </a:solidFill>
              </a:rPr>
              <a:t>Responsibility </a:t>
            </a:r>
            <a:r>
              <a:rPr lang="en-GB" dirty="0">
                <a:solidFill>
                  <a:schemeClr val="tx1"/>
                </a:solidFill>
              </a:rPr>
              <a:t>by everyone in the </a:t>
            </a:r>
            <a:r>
              <a:rPr lang="en-GB" dirty="0" smtClean="0">
                <a:solidFill>
                  <a:schemeClr val="tx1"/>
                </a:solidFill>
              </a:rPr>
              <a:t>classroom</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One-way </a:t>
            </a:r>
            <a:r>
              <a:rPr lang="en-GB" dirty="0">
                <a:solidFill>
                  <a:schemeClr val="tx1"/>
                </a:solidFill>
              </a:rPr>
              <a:t>interaction flow </a:t>
            </a:r>
            <a:endParaRPr lang="en-PH" dirty="0">
              <a:solidFill>
                <a:schemeClr val="tx1"/>
              </a:solidFill>
            </a:endParaRPr>
          </a:p>
          <a:p>
            <a:pPr marL="514350" indent="-514350" algn="l">
              <a:buFont typeface="+mj-lt"/>
              <a:buAutoNum type="alphaUcPeriod"/>
            </a:pPr>
            <a:r>
              <a:rPr lang="en-GB" dirty="0" smtClean="0">
                <a:solidFill>
                  <a:schemeClr val="tx1"/>
                </a:solidFill>
              </a:rPr>
              <a:t>Value </a:t>
            </a:r>
            <a:r>
              <a:rPr lang="en-GB" dirty="0">
                <a:solidFill>
                  <a:schemeClr val="tx1"/>
                </a:solidFill>
              </a:rPr>
              <a:t>for individualization</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59. In </a:t>
            </a:r>
            <a:r>
              <a:rPr lang="en-GB" dirty="0">
                <a:solidFill>
                  <a:schemeClr val="tx1"/>
                </a:solidFill>
              </a:rPr>
              <a:t>outcomes based education, which of the following are not considered outcomes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Products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Procedures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Portfolios</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Performances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60. Teacher </a:t>
            </a:r>
            <a:r>
              <a:rPr lang="en-GB" dirty="0">
                <a:solidFill>
                  <a:schemeClr val="tx1"/>
                </a:solidFill>
              </a:rPr>
              <a:t>Ernie makes sure that he covers the essential subject content, while treating them sufficiency or in-	</a:t>
            </a:r>
            <a:r>
              <a:rPr lang="en-GB" dirty="0" smtClean="0">
                <a:solidFill>
                  <a:schemeClr val="tx1"/>
                </a:solidFill>
              </a:rPr>
              <a:t>depth</a:t>
            </a:r>
            <a:r>
              <a:rPr lang="en-GB" dirty="0">
                <a:solidFill>
                  <a:schemeClr val="tx1"/>
                </a:solidFill>
              </a:rPr>
              <a:t>. What guiding principle is he following for lesson preparation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Balance</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Feasibility</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Significance</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Self-sufficiency</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61. What </a:t>
            </a:r>
            <a:r>
              <a:rPr lang="en-GB" dirty="0">
                <a:solidFill>
                  <a:schemeClr val="tx1"/>
                </a:solidFill>
              </a:rPr>
              <a:t>is the basic psychological principle in multicultural instruction? </a:t>
            </a:r>
            <a:endParaRPr lang="en-PH" dirty="0">
              <a:solidFill>
                <a:schemeClr val="tx1"/>
              </a:solidFill>
            </a:endParaRPr>
          </a:p>
          <a:p>
            <a:pPr marL="514350" indent="-514350" algn="l">
              <a:buFont typeface="+mj-lt"/>
              <a:buAutoNum type="alphaUcPeriod"/>
            </a:pPr>
            <a:r>
              <a:rPr lang="en-GB" dirty="0" smtClean="0">
                <a:solidFill>
                  <a:schemeClr val="tx1"/>
                </a:solidFill>
              </a:rPr>
              <a:t>High </a:t>
            </a:r>
            <a:r>
              <a:rPr lang="en-GB" dirty="0">
                <a:solidFill>
                  <a:schemeClr val="tx1"/>
                </a:solidFill>
              </a:rPr>
              <a:t>standards for achievement </a:t>
            </a:r>
          </a:p>
          <a:p>
            <a:pPr marL="514350" indent="-514350" algn="l">
              <a:buFont typeface="+mj-lt"/>
              <a:buAutoNum type="alphaUcPeriod"/>
            </a:pPr>
            <a:r>
              <a:rPr lang="en-GB" dirty="0" smtClean="0">
                <a:solidFill>
                  <a:schemeClr val="tx1"/>
                </a:solidFill>
              </a:rPr>
              <a:t>Enrichment </a:t>
            </a:r>
            <a:r>
              <a:rPr lang="en-GB" dirty="0">
                <a:solidFill>
                  <a:schemeClr val="tx1"/>
                </a:solidFill>
              </a:rPr>
              <a:t>of cognitive potential 	</a:t>
            </a:r>
            <a:endParaRPr lang="en-GB" dirty="0" smtClean="0">
              <a:solidFill>
                <a:schemeClr val="tx1"/>
              </a:solidFill>
            </a:endParaRPr>
          </a:p>
          <a:p>
            <a:pPr marL="514350" indent="-514350" algn="l">
              <a:buFont typeface="+mj-lt"/>
              <a:buAutoNum type="alphaUcPeriod"/>
            </a:pPr>
            <a:r>
              <a:rPr lang="en-GB" dirty="0" smtClean="0">
                <a:solidFill>
                  <a:schemeClr val="tx1"/>
                </a:solidFill>
              </a:rPr>
              <a:t>Individual </a:t>
            </a:r>
            <a:r>
              <a:rPr lang="en-GB" dirty="0">
                <a:solidFill>
                  <a:schemeClr val="tx1"/>
                </a:solidFill>
              </a:rPr>
              <a:t>differences </a:t>
            </a:r>
            <a:endParaRPr lang="en-PH" dirty="0">
              <a:solidFill>
                <a:schemeClr val="tx1"/>
              </a:solidFill>
            </a:endParaRPr>
          </a:p>
          <a:p>
            <a:pPr marL="514350" indent="-514350" algn="l">
              <a:buFont typeface="+mj-lt"/>
              <a:buAutoNum type="alphaUcPeriod"/>
            </a:pPr>
            <a:r>
              <a:rPr lang="en-GB" dirty="0" smtClean="0">
                <a:solidFill>
                  <a:schemeClr val="tx1"/>
                </a:solidFill>
              </a:rPr>
              <a:t>Motivated </a:t>
            </a:r>
            <a:r>
              <a:rPr lang="en-GB" dirty="0">
                <a:solidFill>
                  <a:schemeClr val="tx1"/>
                </a:solidFill>
              </a:rPr>
              <a:t>learning</a:t>
            </a:r>
            <a:endParaRPr lang="en-PH" dirty="0">
              <a:solidFill>
                <a:schemeClr val="tx1"/>
              </a:solidFill>
            </a:endParaRPr>
          </a:p>
          <a:p>
            <a:pPr algn="l"/>
            <a:r>
              <a:rPr lang="en-GB"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62. In </a:t>
            </a:r>
            <a:r>
              <a:rPr lang="en-GB" dirty="0">
                <a:solidFill>
                  <a:schemeClr val="tx1"/>
                </a:solidFill>
              </a:rPr>
              <a:t>Grace Goodell’s Reading Skills Ladder, which is at the very bottom and needed to move up to the sequential 	</a:t>
            </a:r>
            <a:r>
              <a:rPr lang="en-GB" dirty="0" smtClean="0">
                <a:solidFill>
                  <a:schemeClr val="tx1"/>
                </a:solidFill>
              </a:rPr>
              <a:t>ladder </a:t>
            </a:r>
            <a:r>
              <a:rPr lang="en-GB" dirty="0">
                <a:solidFill>
                  <a:schemeClr val="tx1"/>
                </a:solidFill>
              </a:rPr>
              <a:t>of reading skills</a:t>
            </a:r>
            <a:r>
              <a:rPr lang="en-GB" dirty="0" smtClean="0">
                <a:solidFill>
                  <a:schemeClr val="tx1"/>
                </a:solidFill>
              </a:rPr>
              <a:t>?</a:t>
            </a:r>
            <a:endParaRPr lang="en-PH" dirty="0" smtClean="0">
              <a:solidFill>
                <a:schemeClr val="tx1"/>
              </a:solidFill>
            </a:endParaRPr>
          </a:p>
          <a:p>
            <a:pPr marL="514350" indent="-514350" algn="l">
              <a:buFont typeface="+mj-lt"/>
              <a:buAutoNum type="alphaUcPeriod"/>
            </a:pPr>
            <a:r>
              <a:rPr lang="en-GB" dirty="0" smtClean="0">
                <a:solidFill>
                  <a:schemeClr val="tx1"/>
                </a:solidFill>
              </a:rPr>
              <a:t>Vocabulary </a:t>
            </a:r>
            <a:r>
              <a:rPr lang="en-GB" dirty="0">
                <a:solidFill>
                  <a:schemeClr val="tx1"/>
                </a:solidFill>
              </a:rPr>
              <a:t>building					</a:t>
            </a:r>
            <a:endParaRPr lang="en-GB" dirty="0" smtClean="0">
              <a:solidFill>
                <a:schemeClr val="tx1"/>
              </a:solidFill>
            </a:endParaRPr>
          </a:p>
          <a:p>
            <a:pPr marL="514350" indent="-514350" algn="l">
              <a:buFont typeface="+mj-lt"/>
              <a:buAutoNum type="alphaUcPeriod"/>
            </a:pPr>
            <a:r>
              <a:rPr lang="en-GB" dirty="0" smtClean="0">
                <a:solidFill>
                  <a:schemeClr val="tx1"/>
                </a:solidFill>
              </a:rPr>
              <a:t>Phonetic </a:t>
            </a:r>
            <a:r>
              <a:rPr lang="en-GB" dirty="0">
                <a:solidFill>
                  <a:schemeClr val="tx1"/>
                </a:solidFill>
              </a:rPr>
              <a:t>analysis	</a:t>
            </a:r>
            <a:endParaRPr lang="en-GB" dirty="0" smtClean="0">
              <a:solidFill>
                <a:schemeClr val="tx1"/>
              </a:solidFill>
            </a:endParaRPr>
          </a:p>
          <a:p>
            <a:pPr marL="514350" indent="-514350" algn="l">
              <a:buFont typeface="+mj-lt"/>
              <a:buAutoNum type="alphaUcPeriod"/>
            </a:pPr>
            <a:r>
              <a:rPr lang="en-GB" dirty="0" smtClean="0">
                <a:solidFill>
                  <a:schemeClr val="tx1"/>
                </a:solidFill>
              </a:rPr>
              <a:t>Basic </a:t>
            </a:r>
            <a:r>
              <a:rPr lang="en-GB" dirty="0">
                <a:solidFill>
                  <a:schemeClr val="tx1"/>
                </a:solidFill>
              </a:rPr>
              <a:t>sight words</a:t>
            </a:r>
            <a:endParaRPr lang="en-PH" dirty="0">
              <a:solidFill>
                <a:schemeClr val="tx1"/>
              </a:solidFill>
            </a:endParaRPr>
          </a:p>
          <a:p>
            <a:pPr marL="514350" indent="-514350" algn="l">
              <a:buFont typeface="+mj-lt"/>
              <a:buAutoNum type="alphaUcPeriod"/>
            </a:pPr>
            <a:r>
              <a:rPr lang="en-GB" dirty="0" smtClean="0">
                <a:solidFill>
                  <a:schemeClr val="tx1"/>
                </a:solidFill>
              </a:rPr>
              <a:t>Structural </a:t>
            </a:r>
            <a:r>
              <a:rPr lang="en-GB" dirty="0">
                <a:solidFill>
                  <a:schemeClr val="tx1"/>
                </a:solidFill>
              </a:rPr>
              <a:t>analysis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800600"/>
          </a:xfrm>
          <a:prstGeom prst="rect">
            <a:avLst/>
          </a:prstGeom>
        </p:spPr>
        <p:style>
          <a:lnRef idx="2">
            <a:schemeClr val="dk1"/>
          </a:lnRef>
          <a:fillRef idx="1">
            <a:schemeClr val="lt1"/>
          </a:fillRef>
          <a:effectRef idx="0">
            <a:schemeClr val="dk1"/>
          </a:effectRef>
          <a:fontRef idx="minor">
            <a:schemeClr val="dk1"/>
          </a:fontRef>
        </p:style>
        <p:txBody>
          <a:bodyPr numCol="2" rtlCol="0" anchor="ctr"/>
          <a:lstStyle/>
          <a:p>
            <a:pPr marL="514350" indent="-514350">
              <a:buFont typeface="+mj-lt"/>
              <a:buAutoNum type="arabicPeriod"/>
            </a:pPr>
            <a:endParaRPr lang="en-US" sz="3200" dirty="0" smtClean="0"/>
          </a:p>
          <a:p>
            <a:pPr marL="514350" indent="-514350">
              <a:buFont typeface="+mj-lt"/>
              <a:buAutoNum type="arabicPeriod"/>
            </a:pPr>
            <a:r>
              <a:rPr lang="en-US" sz="3200" dirty="0" smtClean="0"/>
              <a:t>Basic sight words</a:t>
            </a:r>
          </a:p>
          <a:p>
            <a:pPr marL="514350" indent="-514350">
              <a:buFont typeface="+mj-lt"/>
              <a:buAutoNum type="arabicPeriod"/>
            </a:pPr>
            <a:r>
              <a:rPr lang="en-US" sz="3200" dirty="0" smtClean="0"/>
              <a:t>Phonetic analysis</a:t>
            </a:r>
          </a:p>
          <a:p>
            <a:pPr marL="514350" indent="-514350">
              <a:buFont typeface="+mj-lt"/>
              <a:buAutoNum type="arabicPeriod"/>
            </a:pPr>
            <a:r>
              <a:rPr lang="en-US" sz="3200" dirty="0" smtClean="0"/>
              <a:t>Structural analysis</a:t>
            </a:r>
          </a:p>
          <a:p>
            <a:pPr marL="514350" indent="-514350">
              <a:buFont typeface="+mj-lt"/>
              <a:buAutoNum type="arabicPeriod"/>
            </a:pPr>
            <a:r>
              <a:rPr lang="en-US" sz="3200" dirty="0" smtClean="0"/>
              <a:t>Contextual clues</a:t>
            </a:r>
          </a:p>
          <a:p>
            <a:pPr marL="514350" indent="-514350">
              <a:buFont typeface="+mj-lt"/>
              <a:buAutoNum type="arabicPeriod"/>
            </a:pPr>
            <a:r>
              <a:rPr lang="en-US" sz="3200" dirty="0" smtClean="0"/>
              <a:t>Vocabulary</a:t>
            </a:r>
          </a:p>
          <a:p>
            <a:pPr marL="514350" indent="-514350">
              <a:buFont typeface="+mj-lt"/>
              <a:buAutoNum type="arabicPeriod"/>
            </a:pPr>
            <a:r>
              <a:rPr lang="en-US" sz="3200" dirty="0" smtClean="0"/>
              <a:t>Main idea</a:t>
            </a:r>
          </a:p>
          <a:p>
            <a:pPr marL="514350" indent="-514350">
              <a:buFont typeface="+mj-lt"/>
              <a:buAutoNum type="arabicPeriod"/>
            </a:pPr>
            <a:r>
              <a:rPr lang="en-US" sz="3200" dirty="0" smtClean="0"/>
              <a:t>Supporting details</a:t>
            </a:r>
          </a:p>
          <a:p>
            <a:pPr marL="514350" indent="-514350">
              <a:buFont typeface="+mj-lt"/>
              <a:buAutoNum type="arabicPeriod"/>
            </a:pPr>
            <a:r>
              <a:rPr lang="en-US" sz="3200" dirty="0" smtClean="0"/>
              <a:t>Conclusion</a:t>
            </a:r>
          </a:p>
          <a:p>
            <a:endParaRPr lang="en-US" sz="3200" dirty="0" smtClean="0"/>
          </a:p>
          <a:p>
            <a:endParaRPr lang="en-US" sz="3200" dirty="0" smtClean="0"/>
          </a:p>
          <a:p>
            <a:pPr marL="514350" indent="-514350">
              <a:buFont typeface="+mj-lt"/>
              <a:buAutoNum type="arabicPeriod"/>
            </a:pPr>
            <a:endParaRPr lang="en-US" sz="3200" dirty="0" smtClean="0"/>
          </a:p>
          <a:p>
            <a:r>
              <a:rPr lang="en-US" sz="3200" dirty="0" smtClean="0"/>
              <a:t>9. Facts</a:t>
            </a:r>
          </a:p>
          <a:p>
            <a:r>
              <a:rPr lang="en-US" sz="3200" dirty="0" smtClean="0"/>
              <a:t>10. Parts of the book</a:t>
            </a:r>
          </a:p>
          <a:p>
            <a:r>
              <a:rPr lang="en-US" sz="3200" dirty="0" smtClean="0"/>
              <a:t>11. Dictionary</a:t>
            </a:r>
          </a:p>
          <a:p>
            <a:r>
              <a:rPr lang="en-US" sz="3200" dirty="0" smtClean="0"/>
              <a:t>12. Encyclopedia</a:t>
            </a:r>
          </a:p>
          <a:p>
            <a:r>
              <a:rPr lang="en-US" sz="3200" dirty="0" smtClean="0"/>
              <a:t>13. Library</a:t>
            </a:r>
          </a:p>
          <a:p>
            <a:r>
              <a:rPr lang="en-US" sz="3200" dirty="0" smtClean="0"/>
              <a:t>14. Private library</a:t>
            </a:r>
            <a:endParaRPr lang="en-US" sz="3600" dirty="0" smtClean="0"/>
          </a:p>
          <a:p>
            <a:r>
              <a:rPr lang="en-US" sz="3200" dirty="0" smtClean="0"/>
              <a:t>15. Mass media</a:t>
            </a:r>
          </a:p>
          <a:p>
            <a:r>
              <a:rPr lang="en-US" sz="3200" dirty="0" smtClean="0"/>
              <a:t>16. Internet</a:t>
            </a:r>
          </a:p>
          <a:p>
            <a:pPr algn="ctr"/>
            <a:endParaRPr lang="en-US" sz="3200" dirty="0" smtClean="0"/>
          </a:p>
          <a:p>
            <a:pPr algn="ctr"/>
            <a:endParaRPr lang="en-US" sz="3200" dirty="0"/>
          </a:p>
        </p:txBody>
      </p:sp>
      <p:sp>
        <p:nvSpPr>
          <p:cNvPr id="3" name="Content Placeholder 2"/>
          <p:cNvSpPr>
            <a:spLocks noGrp="1"/>
          </p:cNvSpPr>
          <p:nvPr>
            <p:ph idx="1"/>
          </p:nvPr>
        </p:nvSpPr>
        <p:spPr>
          <a:xfrm>
            <a:off x="304799" y="4267200"/>
            <a:ext cx="8534401" cy="1325564"/>
          </a:xfrm>
        </p:spPr>
        <p:style>
          <a:lnRef idx="2">
            <a:schemeClr val="dk1"/>
          </a:lnRef>
          <a:fillRef idx="1">
            <a:schemeClr val="lt1"/>
          </a:fillRef>
          <a:effectRef idx="0">
            <a:schemeClr val="dk1"/>
          </a:effectRef>
          <a:fontRef idx="minor">
            <a:schemeClr val="dk1"/>
          </a:fontRef>
        </p:style>
        <p:txBody>
          <a:bodyPr>
            <a:noAutofit/>
          </a:bodyPr>
          <a:lstStyle/>
          <a:p>
            <a:pPr marL="0" indent="0" algn="ctr">
              <a:spcBef>
                <a:spcPts val="0"/>
              </a:spcBef>
              <a:buNone/>
            </a:pPr>
            <a:r>
              <a:rPr lang="en-US" sz="4400" b="1" dirty="0">
                <a:solidFill>
                  <a:srgbClr val="FF0000"/>
                </a:solidFill>
              </a:rPr>
              <a:t>GRACE GOODELL’S </a:t>
            </a:r>
            <a:endParaRPr lang="en-US" sz="4400" b="1" dirty="0" smtClean="0">
              <a:solidFill>
                <a:srgbClr val="FF0000"/>
              </a:solidFill>
            </a:endParaRPr>
          </a:p>
          <a:p>
            <a:pPr marL="0" indent="0" algn="ctr">
              <a:spcBef>
                <a:spcPts val="0"/>
              </a:spcBef>
              <a:buNone/>
            </a:pPr>
            <a:r>
              <a:rPr lang="en-US" sz="4400" b="1" dirty="0" smtClean="0">
                <a:solidFill>
                  <a:srgbClr val="FF0000"/>
                </a:solidFill>
              </a:rPr>
              <a:t>READING </a:t>
            </a:r>
            <a:r>
              <a:rPr lang="en-US" sz="4400" b="1" dirty="0">
                <a:solidFill>
                  <a:srgbClr val="FF0000"/>
                </a:solidFill>
              </a:rPr>
              <a:t>SKILLS LADDER</a:t>
            </a:r>
          </a:p>
          <a:p>
            <a:pPr marL="0" indent="0" algn="ctr">
              <a:buNone/>
            </a:pPr>
            <a:endParaRPr lang="en-US" sz="4400" b="1" dirty="0">
              <a:solidFill>
                <a:srgbClr val="FF0000"/>
              </a:solidFill>
            </a:endParaRPr>
          </a:p>
        </p:txBody>
      </p:sp>
    </p:spTree>
    <p:extLst>
      <p:ext uri="{BB962C8B-B14F-4D97-AF65-F5344CB8AC3E}">
        <p14:creationId xmlns:p14="http://schemas.microsoft.com/office/powerpoint/2010/main" val="19963101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63. In </a:t>
            </a:r>
            <a:r>
              <a:rPr lang="en-GB" dirty="0">
                <a:solidFill>
                  <a:schemeClr val="tx1"/>
                </a:solidFill>
              </a:rPr>
              <a:t>Erikson’s theory of development questionnaire, which affirmation does not belong to the stage of initiative vs. </a:t>
            </a:r>
            <a:r>
              <a:rPr lang="en-GB" dirty="0" smtClean="0">
                <a:solidFill>
                  <a:schemeClr val="tx1"/>
                </a:solidFill>
              </a:rPr>
              <a:t>guilt?</a:t>
            </a:r>
            <a:endParaRPr lang="en-PH" dirty="0">
              <a:solidFill>
                <a:schemeClr val="tx1"/>
              </a:solidFill>
            </a:endParaRPr>
          </a:p>
          <a:p>
            <a:pPr marL="514350" indent="-514350" algn="l">
              <a:buFont typeface="+mj-lt"/>
              <a:buAutoNum type="alphaUcPeriod"/>
            </a:pPr>
            <a:r>
              <a:rPr lang="en-GB" dirty="0" smtClean="0">
                <a:solidFill>
                  <a:schemeClr val="tx1"/>
                </a:solidFill>
              </a:rPr>
              <a:t>People </a:t>
            </a:r>
            <a:r>
              <a:rPr lang="en-GB" dirty="0">
                <a:solidFill>
                  <a:schemeClr val="tx1"/>
                </a:solidFill>
              </a:rPr>
              <a:t>can be trusted				</a:t>
            </a:r>
            <a:endParaRPr lang="en-GB" dirty="0" smtClean="0">
              <a:solidFill>
                <a:schemeClr val="tx1"/>
              </a:solidFill>
            </a:endParaRPr>
          </a:p>
          <a:p>
            <a:pPr marL="514350" indent="-514350" algn="l">
              <a:buFont typeface="+mj-lt"/>
              <a:buAutoNum type="alphaUcPeriod"/>
            </a:pPr>
            <a:r>
              <a:rPr lang="en-GB" dirty="0" smtClean="0">
                <a:solidFill>
                  <a:schemeClr val="tx1"/>
                </a:solidFill>
              </a:rPr>
              <a:t>In </a:t>
            </a:r>
            <a:r>
              <a:rPr lang="en-GB" dirty="0">
                <a:solidFill>
                  <a:schemeClr val="tx1"/>
                </a:solidFill>
              </a:rPr>
              <a:t>difficulty, I will not give up	</a:t>
            </a:r>
            <a:endParaRPr lang="en-GB" dirty="0" smtClean="0">
              <a:solidFill>
                <a:schemeClr val="tx1"/>
              </a:solidFill>
            </a:endParaRPr>
          </a:p>
          <a:p>
            <a:pPr marL="514350" indent="-514350" algn="l">
              <a:buFont typeface="+mj-lt"/>
              <a:buAutoNum type="alphaUcPeriod"/>
            </a:pPr>
            <a:r>
              <a:rPr lang="en-GB" dirty="0" smtClean="0">
                <a:solidFill>
                  <a:schemeClr val="tx1"/>
                </a:solidFill>
              </a:rPr>
              <a:t>I </a:t>
            </a:r>
            <a:r>
              <a:rPr lang="en-GB" dirty="0">
                <a:solidFill>
                  <a:schemeClr val="tx1"/>
                </a:solidFill>
              </a:rPr>
              <a:t>feel what happens to me is the result of what I have done</a:t>
            </a:r>
            <a:endParaRPr lang="en-PH" dirty="0">
              <a:solidFill>
                <a:schemeClr val="tx1"/>
              </a:solidFill>
            </a:endParaRPr>
          </a:p>
          <a:p>
            <a:pPr marL="514350" indent="-514350" algn="l">
              <a:buFont typeface="+mj-lt"/>
              <a:buAutoNum type="alphaUcPeriod"/>
            </a:pPr>
            <a:r>
              <a:rPr lang="en-GB" dirty="0" smtClean="0">
                <a:solidFill>
                  <a:schemeClr val="tx1"/>
                </a:solidFill>
              </a:rPr>
              <a:t>I </a:t>
            </a:r>
            <a:r>
              <a:rPr lang="en-GB" dirty="0">
                <a:solidFill>
                  <a:schemeClr val="tx1"/>
                </a:solidFill>
              </a:rPr>
              <a:t>am prepared to take a risk</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83031"/>
            <a:ext cx="7433936" cy="560469"/>
          </a:xfrm>
          <a:prstGeom prst="rect">
            <a:avLst/>
          </a:prstGeom>
          <a:solidFill>
            <a:schemeClr val="accent6">
              <a:alpha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lIns="82058" tIns="41029" rIns="82058" bIns="41029" rtlCol="0" anchor="ctr"/>
          <a:lstStyle/>
          <a:p>
            <a:pPr algn="ctr"/>
            <a:endParaRPr lang="pl-PL">
              <a:latin typeface="Ubuntu" panose="020B0504030602030204" pitchFamily="34" charset="0"/>
            </a:endParaRPr>
          </a:p>
        </p:txBody>
      </p:sp>
      <p:pic>
        <p:nvPicPr>
          <p:cNvPr id="8" name="Picture 7" descr="CBRC LOGO VECTOR new.png"/>
          <p:cNvPicPr>
            <a:picLocks noChangeAspect="1"/>
          </p:cNvPicPr>
          <p:nvPr/>
        </p:nvPicPr>
        <p:blipFill>
          <a:blip r:embed="rId2" cstate="print"/>
          <a:stretch>
            <a:fillRect/>
          </a:stretch>
        </p:blipFill>
        <p:spPr>
          <a:xfrm>
            <a:off x="1" y="4662076"/>
            <a:ext cx="1804283" cy="481424"/>
          </a:xfrm>
          <a:prstGeom prst="rect">
            <a:avLst/>
          </a:prstGeom>
        </p:spPr>
      </p:pic>
      <p:sp>
        <p:nvSpPr>
          <p:cNvPr id="9" name="TextBox 8"/>
          <p:cNvSpPr txBox="1"/>
          <p:nvPr/>
        </p:nvSpPr>
        <p:spPr>
          <a:xfrm>
            <a:off x="1826385" y="4648858"/>
            <a:ext cx="3292190" cy="329081"/>
          </a:xfrm>
          <a:prstGeom prst="rect">
            <a:avLst/>
          </a:prstGeom>
          <a:noFill/>
        </p:spPr>
        <p:txBody>
          <a:bodyPr wrap="square" lIns="82058" tIns="41029" rIns="82058" bIns="41029" rtlCol="0">
            <a:spAutoFit/>
          </a:bodyPr>
          <a:lstStyle/>
          <a:p>
            <a:r>
              <a:rPr lang="en-US" sz="1600" b="1" dirty="0">
                <a:ln>
                  <a:solidFill>
                    <a:schemeClr val="tx1">
                      <a:lumMod val="65000"/>
                      <a:lumOff val="35000"/>
                    </a:schemeClr>
                  </a:solidFill>
                </a:ln>
                <a:solidFill>
                  <a:schemeClr val="bg1"/>
                </a:solidFill>
                <a:latin typeface="Steelfish Rg" panose="020B0608020202040504" pitchFamily="34" charset="-18"/>
              </a:rPr>
              <a:t>ULTIMATE FINAL COACHING 2014</a:t>
            </a:r>
            <a:endParaRPr lang="pl-PL" sz="1600" b="1" dirty="0">
              <a:ln>
                <a:solidFill>
                  <a:schemeClr val="tx1">
                    <a:lumMod val="65000"/>
                    <a:lumOff val="35000"/>
                  </a:schemeClr>
                </a:solidFill>
              </a:ln>
              <a:solidFill>
                <a:schemeClr val="bg1"/>
              </a:solidFill>
              <a:latin typeface="Steelfish Rg" panose="020B0608020202040504" pitchFamily="34" charset="-18"/>
            </a:endParaRPr>
          </a:p>
        </p:txBody>
      </p:sp>
      <p:grpSp>
        <p:nvGrpSpPr>
          <p:cNvPr id="10" name="Group 9"/>
          <p:cNvGrpSpPr/>
          <p:nvPr/>
        </p:nvGrpSpPr>
        <p:grpSpPr>
          <a:xfrm>
            <a:off x="5072914" y="3123356"/>
            <a:ext cx="2361023" cy="1887034"/>
            <a:chOff x="858967" y="3262595"/>
            <a:chExt cx="2904140" cy="1887034"/>
          </a:xfrm>
        </p:grpSpPr>
        <p:sp>
          <p:nvSpPr>
            <p:cNvPr id="11" name="Diamond 10"/>
            <p:cNvSpPr/>
            <p:nvPr/>
          </p:nvSpPr>
          <p:spPr>
            <a:xfrm>
              <a:off x="2220562" y="3358704"/>
              <a:ext cx="1542545" cy="1542545"/>
            </a:xfrm>
            <a:prstGeom prst="diamond">
              <a:avLst/>
            </a:prstGeom>
            <a:gradFill flip="none" rotWithShape="1">
              <a:gsLst>
                <a:gs pos="30000">
                  <a:schemeClr val="accent6">
                    <a:lumMod val="75000"/>
                  </a:schemeClr>
                </a:gs>
                <a:gs pos="24000">
                  <a:schemeClr val="accent6">
                    <a:lumMod val="50000"/>
                  </a:schemeClr>
                </a:gs>
                <a:gs pos="64000">
                  <a:schemeClr val="accent6">
                    <a:shade val="67500"/>
                    <a:satMod val="115000"/>
                  </a:schemeClr>
                </a:gs>
                <a:gs pos="100000">
                  <a:schemeClr val="accent6">
                    <a:shade val="100000"/>
                    <a:satMod val="115000"/>
                  </a:schemeClr>
                </a:gs>
              </a:gsLst>
              <a:lin ang="8100000" scaled="0"/>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smtClean="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rPr>
                <a:t> </a:t>
              </a:r>
              <a:endParaRPr lang="pl-PL"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sp>
          <p:nvSpPr>
            <p:cNvPr id="12" name="Diamond 11"/>
            <p:cNvSpPr/>
            <p:nvPr/>
          </p:nvSpPr>
          <p:spPr>
            <a:xfrm>
              <a:off x="1791893" y="4128518"/>
              <a:ext cx="870286" cy="870286"/>
            </a:xfrm>
            <a:prstGeom prst="diamond">
              <a:avLst/>
            </a:prstGeom>
            <a:gradFill flip="none" rotWithShape="1">
              <a:gsLst>
                <a:gs pos="30000">
                  <a:schemeClr val="accent6">
                    <a:lumMod val="75000"/>
                  </a:schemeClr>
                </a:gs>
                <a:gs pos="24000">
                  <a:schemeClr val="accent6">
                    <a:lumMod val="50000"/>
                  </a:schemeClr>
                </a:gs>
                <a:gs pos="64000">
                  <a:schemeClr val="accent6">
                    <a:shade val="67500"/>
                    <a:satMod val="115000"/>
                  </a:schemeClr>
                </a:gs>
                <a:gs pos="100000">
                  <a:schemeClr val="accent6">
                    <a:shade val="100000"/>
                    <a:satMod val="115000"/>
                  </a:schemeClr>
                </a:gs>
              </a:gsLst>
              <a:lin ang="8100000" scaled="0"/>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sp>
          <p:nvSpPr>
            <p:cNvPr id="13" name="Diamond 12"/>
            <p:cNvSpPr/>
            <p:nvPr/>
          </p:nvSpPr>
          <p:spPr>
            <a:xfrm>
              <a:off x="1797948" y="3262595"/>
              <a:ext cx="870286" cy="870286"/>
            </a:xfrm>
            <a:prstGeom prst="diamond">
              <a:avLst/>
            </a:prstGeom>
            <a:gradFill flip="none" rotWithShape="1">
              <a:gsLst>
                <a:gs pos="30000">
                  <a:schemeClr val="accent6">
                    <a:lumMod val="75000"/>
                  </a:schemeClr>
                </a:gs>
                <a:gs pos="24000">
                  <a:schemeClr val="accent6">
                    <a:lumMod val="50000"/>
                  </a:schemeClr>
                </a:gs>
                <a:gs pos="64000">
                  <a:schemeClr val="accent6">
                    <a:shade val="67500"/>
                    <a:satMod val="115000"/>
                  </a:schemeClr>
                </a:gs>
                <a:gs pos="100000">
                  <a:schemeClr val="accent6">
                    <a:shade val="100000"/>
                    <a:satMod val="115000"/>
                  </a:schemeClr>
                </a:gs>
              </a:gsLst>
              <a:lin ang="13500000" scaled="0"/>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sp>
          <p:nvSpPr>
            <p:cNvPr id="14" name="Diamond 13"/>
            <p:cNvSpPr/>
            <p:nvPr/>
          </p:nvSpPr>
          <p:spPr>
            <a:xfrm>
              <a:off x="1548585" y="4563661"/>
              <a:ext cx="498725" cy="498725"/>
            </a:xfrm>
            <a:prstGeom prst="diamond">
              <a:avLst/>
            </a:prstGeom>
            <a:gradFill flip="none" rotWithShape="1">
              <a:gsLst>
                <a:gs pos="30000">
                  <a:schemeClr val="accent6">
                    <a:lumMod val="75000"/>
                  </a:schemeClr>
                </a:gs>
                <a:gs pos="24000">
                  <a:schemeClr val="accent6">
                    <a:lumMod val="50000"/>
                  </a:schemeClr>
                </a:gs>
                <a:gs pos="64000">
                  <a:schemeClr val="accent6">
                    <a:shade val="67500"/>
                    <a:satMod val="115000"/>
                  </a:schemeClr>
                </a:gs>
                <a:gs pos="100000">
                  <a:schemeClr val="accent6">
                    <a:shade val="100000"/>
                    <a:satMod val="115000"/>
                  </a:schemeClr>
                </a:gs>
              </a:gsLst>
              <a:lin ang="8100000" scaled="0"/>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sp>
          <p:nvSpPr>
            <p:cNvPr id="15" name="Diamond 14"/>
            <p:cNvSpPr/>
            <p:nvPr/>
          </p:nvSpPr>
          <p:spPr>
            <a:xfrm>
              <a:off x="1424532" y="4558615"/>
              <a:ext cx="250876" cy="250876"/>
            </a:xfrm>
            <a:prstGeom prst="diamond">
              <a:avLst/>
            </a:prstGeom>
            <a:gradFill flip="none" rotWithShape="1">
              <a:gsLst>
                <a:gs pos="30000">
                  <a:schemeClr val="accent6">
                    <a:lumMod val="75000"/>
                  </a:schemeClr>
                </a:gs>
                <a:gs pos="24000">
                  <a:schemeClr val="accent6">
                    <a:lumMod val="50000"/>
                  </a:schemeClr>
                </a:gs>
                <a:gs pos="64000">
                  <a:schemeClr val="accent6">
                    <a:shade val="67500"/>
                    <a:satMod val="115000"/>
                  </a:schemeClr>
                </a:gs>
                <a:gs pos="100000">
                  <a:schemeClr val="accent6">
                    <a:shade val="100000"/>
                    <a:satMod val="115000"/>
                  </a:schemeClr>
                </a:gs>
              </a:gsLst>
              <a:lin ang="13500000" scaled="0"/>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sp>
          <p:nvSpPr>
            <p:cNvPr id="16" name="Diamond 15"/>
            <p:cNvSpPr/>
            <p:nvPr/>
          </p:nvSpPr>
          <p:spPr>
            <a:xfrm>
              <a:off x="1065680" y="4737952"/>
              <a:ext cx="315697" cy="315697"/>
            </a:xfrm>
            <a:prstGeom prst="diamond">
              <a:avLst/>
            </a:prstGeom>
            <a:solidFill>
              <a:schemeClr val="accent6"/>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sp>
          <p:nvSpPr>
            <p:cNvPr id="17" name="Diamond 16"/>
            <p:cNvSpPr/>
            <p:nvPr/>
          </p:nvSpPr>
          <p:spPr>
            <a:xfrm>
              <a:off x="858967" y="4957668"/>
              <a:ext cx="191961" cy="191961"/>
            </a:xfrm>
            <a:prstGeom prst="diamond">
              <a:avLst/>
            </a:prstGeom>
            <a:solidFill>
              <a:schemeClr val="accent6"/>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pl-PL">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0" scaled="0"/>
                  <a:tileRect/>
                </a:gradFill>
              </a:endParaRPr>
            </a:p>
          </p:txBody>
        </p:sp>
      </p:grpSp>
      <p:cxnSp>
        <p:nvCxnSpPr>
          <p:cNvPr id="19" name="Straight Connector 18"/>
          <p:cNvCxnSpPr/>
          <p:nvPr/>
        </p:nvCxnSpPr>
        <p:spPr>
          <a:xfrm>
            <a:off x="634983" y="333375"/>
            <a:ext cx="4096408" cy="1588"/>
          </a:xfrm>
          <a:prstGeom prst="line">
            <a:avLst/>
          </a:prstGeom>
          <a:ln w="28575">
            <a:solidFill>
              <a:srgbClr val="ABAE1F"/>
            </a:solidFill>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rotWithShape="1">
          <a:blip r:embed="rId3" cstate="print">
            <a:extLst>
              <a:ext uri="{28A0092B-C50C-407E-A947-70E740481C1C}">
                <a14:useLocalDpi xmlns:a14="http://schemas.microsoft.com/office/drawing/2010/main" val="0"/>
              </a:ext>
            </a:extLst>
          </a:blip>
          <a:srcRect l="1825" t="1676" r="6717" b="8999"/>
          <a:stretch/>
        </p:blipFill>
        <p:spPr>
          <a:xfrm>
            <a:off x="-23035" y="0"/>
            <a:ext cx="9208211" cy="6856890"/>
          </a:xfrm>
          <a:prstGeom prst="rect">
            <a:avLst/>
          </a:prstGeom>
        </p:spPr>
      </p:pic>
      <p:sp>
        <p:nvSpPr>
          <p:cNvPr id="21" name="Rectangle 20"/>
          <p:cNvSpPr/>
          <p:nvPr/>
        </p:nvSpPr>
        <p:spPr>
          <a:xfrm>
            <a:off x="1253552" y="234991"/>
            <a:ext cx="5991152" cy="570292"/>
          </a:xfrm>
          <a:prstGeom prst="rect">
            <a:avLst/>
          </a:prstGeom>
        </p:spPr>
        <p:txBody>
          <a:bodyPr wrap="none" lIns="82058" tIns="41029" rIns="82058" bIns="41029">
            <a:spAutoFit/>
          </a:bodyPr>
          <a:lstStyle/>
          <a:p>
            <a:pPr algn="ctr"/>
            <a:r>
              <a:rPr lang="en-US" sz="3200" b="1" spc="45" dirty="0">
                <a:ln w="28575">
                  <a:solidFill>
                    <a:schemeClr val="bg1"/>
                  </a:solidFill>
                </a:ln>
                <a:solidFill>
                  <a:srgbClr val="C00000"/>
                </a:solidFill>
                <a:effectLst>
                  <a:glow rad="101600">
                    <a:schemeClr val="tx1">
                      <a:alpha val="60000"/>
                    </a:schemeClr>
                  </a:glow>
                  <a:outerShdw blurRad="76200" dist="50800" dir="5400000" algn="tl" rotWithShape="0">
                    <a:srgbClr val="000000">
                      <a:alpha val="65000"/>
                    </a:srgbClr>
                  </a:outerShdw>
                </a:effectLst>
                <a:latin typeface="Berlin Sans FB Demi" pitchFamily="34" charset="0"/>
              </a:rPr>
              <a:t>Erikson’s 8 Psychosocial Stages</a:t>
            </a:r>
          </a:p>
        </p:txBody>
      </p:sp>
      <p:sp>
        <p:nvSpPr>
          <p:cNvPr id="22" name="TextBox 21"/>
          <p:cNvSpPr txBox="1"/>
          <p:nvPr/>
        </p:nvSpPr>
        <p:spPr>
          <a:xfrm>
            <a:off x="209745" y="947088"/>
            <a:ext cx="5211509"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1.Trust vs. Mistrust (0-18 mos.)</a:t>
            </a:r>
          </a:p>
        </p:txBody>
      </p:sp>
      <p:sp>
        <p:nvSpPr>
          <p:cNvPr id="23" name="TextBox 22"/>
          <p:cNvSpPr txBox="1"/>
          <p:nvPr/>
        </p:nvSpPr>
        <p:spPr>
          <a:xfrm>
            <a:off x="214105" y="1593420"/>
            <a:ext cx="8107115"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2.Autonomy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Shame &amp; Doubt (18 mos-3 </a:t>
            </a:r>
            <a:r>
              <a:rPr lang="en-US" sz="3200" dirty="0" err="1">
                <a:solidFill>
                  <a:schemeClr val="bg1"/>
                </a:solidFill>
                <a:latin typeface="Berlin Sans FB" pitchFamily="34" charset="0"/>
              </a:rPr>
              <a:t>yrs</a:t>
            </a:r>
            <a:r>
              <a:rPr lang="en-US" sz="3200" dirty="0">
                <a:solidFill>
                  <a:schemeClr val="bg1"/>
                </a:solidFill>
                <a:latin typeface="Berlin Sans FB" pitchFamily="34" charset="0"/>
              </a:rPr>
              <a:t>)</a:t>
            </a:r>
          </a:p>
        </p:txBody>
      </p:sp>
      <p:sp>
        <p:nvSpPr>
          <p:cNvPr id="24" name="TextBox 23"/>
          <p:cNvSpPr txBox="1"/>
          <p:nvPr/>
        </p:nvSpPr>
        <p:spPr>
          <a:xfrm>
            <a:off x="209745" y="2209801"/>
            <a:ext cx="5097841"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3. Initiative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Guilt (3-5 yrs.)</a:t>
            </a:r>
          </a:p>
        </p:txBody>
      </p:sp>
      <p:sp>
        <p:nvSpPr>
          <p:cNvPr id="25" name="TextBox 24"/>
          <p:cNvSpPr txBox="1"/>
          <p:nvPr/>
        </p:nvSpPr>
        <p:spPr>
          <a:xfrm>
            <a:off x="234382" y="2716303"/>
            <a:ext cx="5741957"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4.Industry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Inferiority (6-12 </a:t>
            </a:r>
            <a:r>
              <a:rPr lang="en-US" sz="3200" dirty="0" err="1">
                <a:solidFill>
                  <a:schemeClr val="bg1"/>
                </a:solidFill>
                <a:latin typeface="Berlin Sans FB" pitchFamily="34" charset="0"/>
              </a:rPr>
              <a:t>yrs</a:t>
            </a:r>
            <a:r>
              <a:rPr lang="en-US" sz="3200" dirty="0">
                <a:solidFill>
                  <a:schemeClr val="bg1"/>
                </a:solidFill>
                <a:latin typeface="Berlin Sans FB" pitchFamily="34" charset="0"/>
              </a:rPr>
              <a:t>)</a:t>
            </a:r>
          </a:p>
        </p:txBody>
      </p:sp>
      <p:sp>
        <p:nvSpPr>
          <p:cNvPr id="26" name="TextBox 25"/>
          <p:cNvSpPr txBox="1"/>
          <p:nvPr/>
        </p:nvSpPr>
        <p:spPr>
          <a:xfrm>
            <a:off x="234381" y="3282365"/>
            <a:ext cx="6654211"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5.Identity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Role Confusion (12-18 </a:t>
            </a:r>
            <a:r>
              <a:rPr lang="en-US" sz="3200" dirty="0" err="1">
                <a:solidFill>
                  <a:schemeClr val="bg1"/>
                </a:solidFill>
                <a:latin typeface="Berlin Sans FB" pitchFamily="34" charset="0"/>
              </a:rPr>
              <a:t>yrs</a:t>
            </a:r>
            <a:r>
              <a:rPr lang="en-US" sz="3200" dirty="0">
                <a:solidFill>
                  <a:schemeClr val="bg1"/>
                </a:solidFill>
                <a:latin typeface="Berlin Sans FB" pitchFamily="34" charset="0"/>
              </a:rPr>
              <a:t>)</a:t>
            </a:r>
          </a:p>
        </p:txBody>
      </p:sp>
      <p:sp>
        <p:nvSpPr>
          <p:cNvPr id="27" name="TextBox 26"/>
          <p:cNvSpPr txBox="1"/>
          <p:nvPr/>
        </p:nvSpPr>
        <p:spPr>
          <a:xfrm>
            <a:off x="263643" y="3900503"/>
            <a:ext cx="5852710"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6.Intimacy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Isolation (18-30 </a:t>
            </a:r>
            <a:r>
              <a:rPr lang="en-US" sz="3200" dirty="0" err="1">
                <a:solidFill>
                  <a:schemeClr val="bg1"/>
                </a:solidFill>
                <a:latin typeface="Berlin Sans FB" pitchFamily="34" charset="0"/>
              </a:rPr>
              <a:t>yrs</a:t>
            </a:r>
            <a:r>
              <a:rPr lang="en-US" sz="3200" dirty="0">
                <a:solidFill>
                  <a:schemeClr val="bg1"/>
                </a:solidFill>
                <a:latin typeface="Berlin Sans FB" pitchFamily="34" charset="0"/>
              </a:rPr>
              <a:t>)</a:t>
            </a:r>
          </a:p>
        </p:txBody>
      </p:sp>
      <p:sp>
        <p:nvSpPr>
          <p:cNvPr id="28" name="TextBox 27"/>
          <p:cNvSpPr txBox="1"/>
          <p:nvPr/>
        </p:nvSpPr>
        <p:spPr>
          <a:xfrm>
            <a:off x="234381" y="4527180"/>
            <a:ext cx="7216720"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7.Generativity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Stagnation (30-60 </a:t>
            </a:r>
            <a:r>
              <a:rPr lang="en-US" sz="3200" dirty="0" err="1">
                <a:solidFill>
                  <a:schemeClr val="bg1"/>
                </a:solidFill>
                <a:latin typeface="Berlin Sans FB" pitchFamily="34" charset="0"/>
              </a:rPr>
              <a:t>yrs</a:t>
            </a:r>
            <a:r>
              <a:rPr lang="en-US" sz="3200" dirty="0">
                <a:solidFill>
                  <a:schemeClr val="bg1"/>
                </a:solidFill>
                <a:latin typeface="Berlin Sans FB" pitchFamily="34" charset="0"/>
              </a:rPr>
              <a:t>) </a:t>
            </a:r>
          </a:p>
        </p:txBody>
      </p:sp>
      <p:sp>
        <p:nvSpPr>
          <p:cNvPr id="29" name="TextBox 28"/>
          <p:cNvSpPr txBox="1"/>
          <p:nvPr/>
        </p:nvSpPr>
        <p:spPr>
          <a:xfrm>
            <a:off x="258488" y="5143501"/>
            <a:ext cx="6721246" cy="570292"/>
          </a:xfrm>
          <a:prstGeom prst="rect">
            <a:avLst/>
          </a:prstGeom>
          <a:noFill/>
        </p:spPr>
        <p:txBody>
          <a:bodyPr wrap="none" lIns="82058" tIns="41029" rIns="82058" bIns="41029" rtlCol="0">
            <a:spAutoFit/>
          </a:bodyPr>
          <a:lstStyle/>
          <a:p>
            <a:r>
              <a:rPr lang="en-US" sz="3200" dirty="0">
                <a:solidFill>
                  <a:schemeClr val="bg1"/>
                </a:solidFill>
                <a:latin typeface="Berlin Sans FB" pitchFamily="34" charset="0"/>
              </a:rPr>
              <a:t>8.Ego Integrity </a:t>
            </a:r>
            <a:r>
              <a:rPr lang="en-US" sz="3200" dirty="0" err="1">
                <a:solidFill>
                  <a:schemeClr val="bg1"/>
                </a:solidFill>
                <a:latin typeface="Berlin Sans FB" pitchFamily="34" charset="0"/>
              </a:rPr>
              <a:t>vs</a:t>
            </a:r>
            <a:r>
              <a:rPr lang="en-US" sz="3200" dirty="0">
                <a:solidFill>
                  <a:schemeClr val="bg1"/>
                </a:solidFill>
                <a:latin typeface="Berlin Sans FB" pitchFamily="34" charset="0"/>
              </a:rPr>
              <a:t> Despair (65 –death)</a:t>
            </a:r>
          </a:p>
        </p:txBody>
      </p:sp>
    </p:spTree>
    <p:extLst>
      <p:ext uri="{BB962C8B-B14F-4D97-AF65-F5344CB8AC3E}">
        <p14:creationId xmlns:p14="http://schemas.microsoft.com/office/powerpoint/2010/main" val="3224381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061175902"/>
              </p:ext>
            </p:extLst>
          </p:nvPr>
        </p:nvGraphicFramePr>
        <p:xfrm>
          <a:off x="380999" y="960120"/>
          <a:ext cx="8382002" cy="5704243"/>
        </p:xfrm>
        <a:graphic>
          <a:graphicData uri="http://schemas.openxmlformats.org/drawingml/2006/table">
            <a:tbl>
              <a:tblPr firstRow="1" bandRow="1">
                <a:tableStyleId>{5C22544A-7EE6-4342-B048-85BDC9FD1C3A}</a:tableStyleId>
              </a:tblPr>
              <a:tblGrid>
                <a:gridCol w="543278"/>
                <a:gridCol w="4734278"/>
                <a:gridCol w="1351846"/>
                <a:gridCol w="1752600"/>
              </a:tblGrid>
              <a:tr h="822960">
                <a:tc gridSpan="4">
                  <a:txBody>
                    <a:bodyPr/>
                    <a:lstStyle/>
                    <a:p>
                      <a:pPr algn="ctr"/>
                      <a:r>
                        <a:rPr lang="en-US" sz="2400" dirty="0" smtClean="0">
                          <a:latin typeface="Berlin Sans FB Demi" panose="020E0802020502020306" pitchFamily="34" charset="0"/>
                        </a:rPr>
                        <a:t>PSYCHOSOCIAL THEORY</a:t>
                      </a:r>
                    </a:p>
                    <a:p>
                      <a:pPr algn="ctr"/>
                      <a:r>
                        <a:rPr lang="en-US" sz="2400" dirty="0" smtClean="0">
                          <a:latin typeface="Berlin Sans FB Demi" panose="020E0802020502020306" pitchFamily="34" charset="0"/>
                        </a:rPr>
                        <a:t>(Erik Erikson)</a:t>
                      </a:r>
                      <a:endParaRPr lang="en-US" sz="2400" dirty="0">
                        <a:latin typeface="Berlin Sans FB Demi" panose="020E0802020502020306" pitchFamily="34" charset="0"/>
                      </a:endParaRPr>
                    </a:p>
                  </a:txBody>
                  <a:tcPr/>
                </a:tc>
                <a:tc hMerge="1">
                  <a:txBody>
                    <a:bodyPr/>
                    <a:lstStyle/>
                    <a:p>
                      <a:pPr algn="ctr"/>
                      <a:endParaRPr lang="en-US" sz="2400" dirty="0">
                        <a:latin typeface="Berlin Sans FB Demi" panose="020E0802020502020306" pitchFamily="34" charset="0"/>
                      </a:endParaRPr>
                    </a:p>
                  </a:txBody>
                  <a:tcPr/>
                </a:tc>
                <a:tc hMerge="1">
                  <a:txBody>
                    <a:bodyPr/>
                    <a:lstStyle/>
                    <a:p>
                      <a:endParaRPr lang="en-US" dirty="0"/>
                    </a:p>
                  </a:txBody>
                  <a:tcPr/>
                </a:tc>
                <a:tc hMerge="1">
                  <a:txBody>
                    <a:bodyPr/>
                    <a:lstStyle/>
                    <a:p>
                      <a:endParaRPr lang="en-US" dirty="0"/>
                    </a:p>
                  </a:txBody>
                  <a:tcPr/>
                </a:tc>
              </a:tr>
              <a:tr h="400722">
                <a:tc>
                  <a:txBody>
                    <a:bodyPr/>
                    <a:lstStyle/>
                    <a:p>
                      <a:pPr algn="ctr"/>
                      <a:endParaRPr lang="en-US" sz="2000" b="1" dirty="0">
                        <a:latin typeface="Berlin Sans FB Demi" panose="020E0802020502020306" pitchFamily="34" charset="0"/>
                      </a:endParaRPr>
                    </a:p>
                  </a:txBody>
                  <a:tcPr/>
                </a:tc>
                <a:tc>
                  <a:txBody>
                    <a:bodyPr/>
                    <a:lstStyle/>
                    <a:p>
                      <a:pPr algn="ctr"/>
                      <a:r>
                        <a:rPr lang="en-US" sz="2000" b="1" dirty="0" smtClean="0">
                          <a:latin typeface="Berlin Sans FB Demi" panose="020E0802020502020306" pitchFamily="34" charset="0"/>
                        </a:rPr>
                        <a:t>STAGE</a:t>
                      </a:r>
                      <a:endParaRPr lang="en-US" sz="2000" b="1" dirty="0">
                        <a:latin typeface="Berlin Sans FB Demi" panose="020E0802020502020306" pitchFamily="34" charset="0"/>
                      </a:endParaRPr>
                    </a:p>
                  </a:txBody>
                  <a:tcPr/>
                </a:tc>
                <a:tc>
                  <a:txBody>
                    <a:bodyPr/>
                    <a:lstStyle/>
                    <a:p>
                      <a:pPr algn="ctr"/>
                      <a:r>
                        <a:rPr lang="en-US" sz="2000" b="1" dirty="0" smtClean="0">
                          <a:latin typeface="Berlin Sans FB Demi" panose="020E0802020502020306" pitchFamily="34" charset="0"/>
                        </a:rPr>
                        <a:t>AGE</a:t>
                      </a:r>
                      <a:endParaRPr lang="en-US" sz="2000" b="1" dirty="0">
                        <a:latin typeface="Berlin Sans FB Demi" panose="020E0802020502020306" pitchFamily="34" charset="0"/>
                      </a:endParaRPr>
                    </a:p>
                  </a:txBody>
                  <a:tcPr/>
                </a:tc>
                <a:tc>
                  <a:txBody>
                    <a:bodyPr/>
                    <a:lstStyle/>
                    <a:p>
                      <a:pPr algn="ctr"/>
                      <a:r>
                        <a:rPr lang="en-US" sz="2000" b="1" dirty="0" smtClean="0">
                          <a:latin typeface="Berlin Sans FB Demi" panose="020E0802020502020306" pitchFamily="34" charset="0"/>
                        </a:rPr>
                        <a:t>VIRTUE</a:t>
                      </a:r>
                      <a:endParaRPr lang="en-US" sz="2000" b="1"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1</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Trust vs. Mistrust </a:t>
                      </a:r>
                      <a:endParaRPr lang="en-US" sz="2800" dirty="0">
                        <a:latin typeface="Berlin Sans FB Demi" panose="020E0802020502020306" pitchFamily="34" charset="0"/>
                      </a:endParaRPr>
                    </a:p>
                  </a:txBody>
                  <a:tcPr/>
                </a:tc>
                <a:tc>
                  <a:txBody>
                    <a:bodyPr/>
                    <a:lstStyle/>
                    <a:p>
                      <a:pPr algn="ctr"/>
                      <a:r>
                        <a:rPr lang="en-US" sz="2000" dirty="0" smtClean="0">
                          <a:latin typeface="Berlin Sans FB Demi" panose="020E0802020502020306" pitchFamily="34" charset="0"/>
                        </a:rPr>
                        <a:t>0-18 mos. </a:t>
                      </a:r>
                      <a:endParaRPr lang="en-US" sz="20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Hope</a:t>
                      </a:r>
                      <a:endParaRPr lang="en-US" sz="24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2</a:t>
                      </a:r>
                      <a:endParaRPr lang="en-US" sz="28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Autonomy vs. Shame and Doubt</a:t>
                      </a:r>
                      <a:endParaRPr lang="en-US" sz="2400" dirty="0">
                        <a:latin typeface="Berlin Sans FB Demi" panose="020E0802020502020306" pitchFamily="34" charset="0"/>
                      </a:endParaRPr>
                    </a:p>
                  </a:txBody>
                  <a:tcPr/>
                </a:tc>
                <a:tc>
                  <a:txBody>
                    <a:bodyPr/>
                    <a:lstStyle/>
                    <a:p>
                      <a:pPr algn="ctr"/>
                      <a:r>
                        <a:rPr lang="en-US" sz="2400" b="0" dirty="0" smtClean="0">
                          <a:latin typeface="Berlin Sans FB Demi" panose="020E0802020502020306" pitchFamily="34" charset="0"/>
                        </a:rPr>
                        <a:t>18</a:t>
                      </a:r>
                      <a:r>
                        <a:rPr lang="en-US" sz="2400" b="0" baseline="0" dirty="0" smtClean="0">
                          <a:latin typeface="Berlin Sans FB Demi" panose="020E0802020502020306" pitchFamily="34" charset="0"/>
                        </a:rPr>
                        <a:t>-3 yrs</a:t>
                      </a:r>
                      <a:endParaRPr lang="en-US" sz="2400" b="0" dirty="0">
                        <a:latin typeface="Berlin Sans FB Demi" panose="020E0802020502020306" pitchFamily="34" charset="0"/>
                      </a:endParaRPr>
                    </a:p>
                  </a:txBody>
                  <a:tcPr/>
                </a:tc>
                <a:tc>
                  <a:txBody>
                    <a:bodyPr/>
                    <a:lstStyle/>
                    <a:p>
                      <a:pPr algn="l"/>
                      <a:r>
                        <a:rPr lang="en-US" sz="3600" b="0" dirty="0" smtClean="0">
                          <a:latin typeface="Berlin Sans FB Demi" panose="020E0802020502020306" pitchFamily="34" charset="0"/>
                        </a:rPr>
                        <a:t>Will</a:t>
                      </a:r>
                      <a:endParaRPr lang="en-US" sz="3600" b="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3</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Initiative vs. Guilt</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3-6</a:t>
                      </a:r>
                      <a:endParaRPr lang="en-US" sz="28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Purpose</a:t>
                      </a:r>
                      <a:endParaRPr lang="en-US" sz="24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4</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Industry vs. Inferiority</a:t>
                      </a:r>
                      <a:endParaRPr lang="en-US" sz="2800" dirty="0">
                        <a:latin typeface="Berlin Sans FB Demi" panose="020E0802020502020306" pitchFamily="34" charset="0"/>
                      </a:endParaRPr>
                    </a:p>
                  </a:txBody>
                  <a:tcPr/>
                </a:tc>
                <a:tc>
                  <a:txBody>
                    <a:bodyPr/>
                    <a:lstStyle/>
                    <a:p>
                      <a:pPr algn="ctr"/>
                      <a:r>
                        <a:rPr lang="en-US" sz="2400" dirty="0" smtClean="0">
                          <a:latin typeface="Berlin Sans FB Demi" panose="020E0802020502020306" pitchFamily="34" charset="0"/>
                        </a:rPr>
                        <a:t>6-12</a:t>
                      </a:r>
                      <a:endParaRPr lang="en-US" sz="2400" dirty="0">
                        <a:latin typeface="Berlin Sans FB Demi" panose="020E0802020502020306" pitchFamily="34" charset="0"/>
                      </a:endParaRPr>
                    </a:p>
                  </a:txBody>
                  <a:tcPr/>
                </a:tc>
                <a:tc>
                  <a:txBody>
                    <a:bodyPr/>
                    <a:lstStyle/>
                    <a:p>
                      <a:pPr algn="l"/>
                      <a:r>
                        <a:rPr lang="en-US" sz="2000" dirty="0" smtClean="0">
                          <a:latin typeface="Berlin Sans FB Demi" panose="020E0802020502020306" pitchFamily="34" charset="0"/>
                        </a:rPr>
                        <a:t>Competence</a:t>
                      </a:r>
                      <a:endParaRPr lang="en-US" sz="20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5</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Identity vs. Role Confusion</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12-18</a:t>
                      </a:r>
                      <a:endParaRPr lang="en-US" sz="28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Fidelity</a:t>
                      </a:r>
                      <a:endParaRPr lang="en-US" sz="24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6</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Intimacy vs. Isolation</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18-24</a:t>
                      </a:r>
                      <a:endParaRPr lang="en-US" sz="28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Love</a:t>
                      </a:r>
                      <a:endParaRPr lang="en-US" sz="24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7</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Generativity vs. Stagnation</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24-54</a:t>
                      </a:r>
                      <a:endParaRPr lang="en-US" sz="28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Care</a:t>
                      </a:r>
                      <a:endParaRPr lang="en-US" sz="2400" dirty="0">
                        <a:latin typeface="Berlin Sans FB Demi" panose="020E0802020502020306" pitchFamily="34" charset="0"/>
                      </a:endParaRPr>
                    </a:p>
                  </a:txBody>
                  <a:tcPr/>
                </a:tc>
              </a:tr>
              <a:tr h="710005">
                <a:tc>
                  <a:txBody>
                    <a:bodyPr/>
                    <a:lstStyle/>
                    <a:p>
                      <a:pPr algn="ctr"/>
                      <a:r>
                        <a:rPr lang="en-US" sz="2800" dirty="0" smtClean="0">
                          <a:latin typeface="Berlin Sans FB Demi" panose="020E0802020502020306" pitchFamily="34" charset="0"/>
                        </a:rPr>
                        <a:t>8</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Ego Integrity vs. Despair</a:t>
                      </a:r>
                      <a:endParaRPr lang="en-US" sz="2800" dirty="0">
                        <a:latin typeface="Berlin Sans FB Demi" panose="020E0802020502020306" pitchFamily="34" charset="0"/>
                      </a:endParaRPr>
                    </a:p>
                  </a:txBody>
                  <a:tcPr/>
                </a:tc>
                <a:tc>
                  <a:txBody>
                    <a:bodyPr/>
                    <a:lstStyle/>
                    <a:p>
                      <a:pPr algn="ctr"/>
                      <a:r>
                        <a:rPr lang="en-US" sz="2000" dirty="0" smtClean="0">
                          <a:latin typeface="Berlin Sans FB Demi" panose="020E0802020502020306" pitchFamily="34" charset="0"/>
                        </a:rPr>
                        <a:t>55</a:t>
                      </a:r>
                      <a:r>
                        <a:rPr lang="en-US" sz="2000" baseline="0" dirty="0" smtClean="0">
                          <a:latin typeface="Berlin Sans FB Demi" panose="020E0802020502020306" pitchFamily="34" charset="0"/>
                        </a:rPr>
                        <a:t> &amp; Up</a:t>
                      </a:r>
                      <a:endParaRPr lang="en-US" sz="2000" dirty="0">
                        <a:latin typeface="Berlin Sans FB Demi" panose="020E0802020502020306" pitchFamily="34" charset="0"/>
                      </a:endParaRPr>
                    </a:p>
                  </a:txBody>
                  <a:tcPr/>
                </a:tc>
                <a:tc>
                  <a:txBody>
                    <a:bodyPr/>
                    <a:lstStyle/>
                    <a:p>
                      <a:pPr algn="l"/>
                      <a:r>
                        <a:rPr lang="en-US" sz="2400" dirty="0" smtClean="0">
                          <a:latin typeface="Berlin Sans FB Demi" panose="020E0802020502020306" pitchFamily="34" charset="0"/>
                        </a:rPr>
                        <a:t>Wisdom</a:t>
                      </a:r>
                      <a:endParaRPr lang="en-US" sz="2400" dirty="0">
                        <a:latin typeface="Berlin Sans FB Demi" panose="020E0802020502020306" pitchFamily="34" charset="0"/>
                      </a:endParaRPr>
                    </a:p>
                  </a:txBody>
                  <a:tcPr/>
                </a:tc>
              </a:tr>
            </a:tbl>
          </a:graphicData>
        </a:graphic>
      </p:graphicFrame>
      <p:sp>
        <p:nvSpPr>
          <p:cNvPr id="6" name="TextBox 5"/>
          <p:cNvSpPr txBox="1"/>
          <p:nvPr/>
        </p:nvSpPr>
        <p:spPr>
          <a:xfrm>
            <a:off x="990600" y="3364468"/>
            <a:ext cx="29718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8" name="TextBox 7"/>
          <p:cNvSpPr txBox="1"/>
          <p:nvPr/>
        </p:nvSpPr>
        <p:spPr>
          <a:xfrm>
            <a:off x="7086600" y="2286000"/>
            <a:ext cx="1371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9" name="TextBox 8"/>
          <p:cNvSpPr txBox="1"/>
          <p:nvPr/>
        </p:nvSpPr>
        <p:spPr>
          <a:xfrm>
            <a:off x="1041810" y="6031468"/>
            <a:ext cx="398739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2" name="TextBox 11"/>
          <p:cNvSpPr txBox="1"/>
          <p:nvPr/>
        </p:nvSpPr>
        <p:spPr>
          <a:xfrm>
            <a:off x="7086600" y="4431268"/>
            <a:ext cx="12192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4" name="TextBox 13"/>
          <p:cNvSpPr txBox="1"/>
          <p:nvPr/>
        </p:nvSpPr>
        <p:spPr>
          <a:xfrm>
            <a:off x="990600" y="5040868"/>
            <a:ext cx="4419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5" name="TextBox 14"/>
          <p:cNvSpPr txBox="1"/>
          <p:nvPr/>
        </p:nvSpPr>
        <p:spPr>
          <a:xfrm>
            <a:off x="978310" y="2819400"/>
            <a:ext cx="443189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6" name="TextBox 15"/>
          <p:cNvSpPr txBox="1"/>
          <p:nvPr/>
        </p:nvSpPr>
        <p:spPr>
          <a:xfrm>
            <a:off x="978310" y="2286000"/>
            <a:ext cx="29718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7" name="TextBox 16"/>
          <p:cNvSpPr txBox="1"/>
          <p:nvPr/>
        </p:nvSpPr>
        <p:spPr>
          <a:xfrm>
            <a:off x="978310" y="4507468"/>
            <a:ext cx="443189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8" name="TextBox 17"/>
          <p:cNvSpPr txBox="1"/>
          <p:nvPr/>
        </p:nvSpPr>
        <p:spPr>
          <a:xfrm>
            <a:off x="952910" y="3974068"/>
            <a:ext cx="443189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9" name="TextBox 18"/>
          <p:cNvSpPr txBox="1"/>
          <p:nvPr/>
        </p:nvSpPr>
        <p:spPr>
          <a:xfrm>
            <a:off x="952910" y="5486400"/>
            <a:ext cx="4609690" cy="369320"/>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20" name="TextBox 19"/>
          <p:cNvSpPr txBox="1"/>
          <p:nvPr/>
        </p:nvSpPr>
        <p:spPr>
          <a:xfrm>
            <a:off x="7086600" y="2831068"/>
            <a:ext cx="1371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21" name="TextBox 20"/>
          <p:cNvSpPr txBox="1"/>
          <p:nvPr/>
        </p:nvSpPr>
        <p:spPr>
          <a:xfrm>
            <a:off x="7086600" y="3364468"/>
            <a:ext cx="1371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22" name="TextBox 21"/>
          <p:cNvSpPr txBox="1"/>
          <p:nvPr/>
        </p:nvSpPr>
        <p:spPr>
          <a:xfrm>
            <a:off x="7073900" y="3897868"/>
            <a:ext cx="16129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23" name="TextBox 22"/>
          <p:cNvSpPr txBox="1"/>
          <p:nvPr/>
        </p:nvSpPr>
        <p:spPr>
          <a:xfrm>
            <a:off x="7010400" y="4888468"/>
            <a:ext cx="1371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24" name="TextBox 23"/>
          <p:cNvSpPr txBox="1"/>
          <p:nvPr/>
        </p:nvSpPr>
        <p:spPr>
          <a:xfrm>
            <a:off x="7073900" y="5421868"/>
            <a:ext cx="1371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25" name="TextBox 24"/>
          <p:cNvSpPr txBox="1"/>
          <p:nvPr/>
        </p:nvSpPr>
        <p:spPr>
          <a:xfrm>
            <a:off x="7073900" y="5918200"/>
            <a:ext cx="137160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Tree>
    <p:extLst>
      <p:ext uri="{BB962C8B-B14F-4D97-AF65-F5344CB8AC3E}">
        <p14:creationId xmlns:p14="http://schemas.microsoft.com/office/powerpoint/2010/main" val="3044595541"/>
      </p:ext>
    </p:extLst>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2000"/>
                                        <p:tgtEl>
                                          <p:spTgt spid="16"/>
                                        </p:tgtEl>
                                      </p:cBhvr>
                                    </p:animEffect>
                                    <p:set>
                                      <p:cBhvr>
                                        <p:cTn id="7" dur="1" fill="hold">
                                          <p:stCondLst>
                                            <p:cond delay="1999"/>
                                          </p:stCondLst>
                                        </p:cTn>
                                        <p:tgtEl>
                                          <p:spTgt spid="1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000"/>
                                        <p:tgtEl>
                                          <p:spTgt spid="15"/>
                                        </p:tgtEl>
                                      </p:cBhvr>
                                    </p:animEffect>
                                    <p:set>
                                      <p:cBhvr>
                                        <p:cTn id="12" dur="1" fill="hold">
                                          <p:stCondLst>
                                            <p:cond delay="19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2000"/>
                                        <p:tgtEl>
                                          <p:spTgt spid="6"/>
                                        </p:tgtEl>
                                      </p:cBhvr>
                                    </p:animEffect>
                                    <p:set>
                                      <p:cBhvr>
                                        <p:cTn id="17" dur="1" fill="hold">
                                          <p:stCondLst>
                                            <p:cond delay="19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2000"/>
                                        <p:tgtEl>
                                          <p:spTgt spid="18"/>
                                        </p:tgtEl>
                                      </p:cBhvr>
                                    </p:animEffect>
                                    <p:set>
                                      <p:cBhvr>
                                        <p:cTn id="22" dur="1" fill="hold">
                                          <p:stCondLst>
                                            <p:cond delay="1999"/>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2000"/>
                                        <p:tgtEl>
                                          <p:spTgt spid="17"/>
                                        </p:tgtEl>
                                      </p:cBhvr>
                                    </p:animEffect>
                                    <p:set>
                                      <p:cBhvr>
                                        <p:cTn id="27" dur="1" fill="hold">
                                          <p:stCondLst>
                                            <p:cond delay="1999"/>
                                          </p:stCondLst>
                                        </p:cTn>
                                        <p:tgtEl>
                                          <p:spTgt spid="1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2000"/>
                                        <p:tgtEl>
                                          <p:spTgt spid="14"/>
                                        </p:tgtEl>
                                      </p:cBhvr>
                                    </p:animEffect>
                                    <p:set>
                                      <p:cBhvr>
                                        <p:cTn id="32" dur="1" fill="hold">
                                          <p:stCondLst>
                                            <p:cond delay="19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2000"/>
                                        <p:tgtEl>
                                          <p:spTgt spid="19"/>
                                        </p:tgtEl>
                                      </p:cBhvr>
                                    </p:animEffect>
                                    <p:set>
                                      <p:cBhvr>
                                        <p:cTn id="37" dur="1" fill="hold">
                                          <p:stCondLst>
                                            <p:cond delay="1999"/>
                                          </p:stCondLst>
                                        </p:cTn>
                                        <p:tgtEl>
                                          <p:spTgt spid="1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0" nodeType="clickEffect">
                                  <p:stCondLst>
                                    <p:cond delay="0"/>
                                  </p:stCondLst>
                                  <p:childTnLst>
                                    <p:animEffect transition="out" filter="fade">
                                      <p:cBhvr>
                                        <p:cTn id="41" dur="2000"/>
                                        <p:tgtEl>
                                          <p:spTgt spid="9"/>
                                        </p:tgtEl>
                                      </p:cBhvr>
                                    </p:animEffect>
                                    <p:set>
                                      <p:cBhvr>
                                        <p:cTn id="42" dur="1" fill="hold">
                                          <p:stCondLst>
                                            <p:cond delay="1999"/>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2000"/>
                                        <p:tgtEl>
                                          <p:spTgt spid="8"/>
                                        </p:tgtEl>
                                      </p:cBhvr>
                                    </p:animEffect>
                                    <p:set>
                                      <p:cBhvr>
                                        <p:cTn id="47" dur="1" fill="hold">
                                          <p:stCondLst>
                                            <p:cond delay="1999"/>
                                          </p:stCondLst>
                                        </p:cTn>
                                        <p:tgtEl>
                                          <p:spTgt spid="8"/>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0" nodeType="clickEffect">
                                  <p:stCondLst>
                                    <p:cond delay="0"/>
                                  </p:stCondLst>
                                  <p:childTnLst>
                                    <p:animEffect transition="out" filter="fade">
                                      <p:cBhvr>
                                        <p:cTn id="51" dur="2000"/>
                                        <p:tgtEl>
                                          <p:spTgt spid="20"/>
                                        </p:tgtEl>
                                      </p:cBhvr>
                                    </p:animEffect>
                                    <p:set>
                                      <p:cBhvr>
                                        <p:cTn id="52" dur="1" fill="hold">
                                          <p:stCondLst>
                                            <p:cond delay="1999"/>
                                          </p:stCondLst>
                                        </p:cTn>
                                        <p:tgtEl>
                                          <p:spTgt spid="2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0" nodeType="clickEffect">
                                  <p:stCondLst>
                                    <p:cond delay="0"/>
                                  </p:stCondLst>
                                  <p:childTnLst>
                                    <p:animEffect transition="out" filter="fade">
                                      <p:cBhvr>
                                        <p:cTn id="56" dur="2000"/>
                                        <p:tgtEl>
                                          <p:spTgt spid="21"/>
                                        </p:tgtEl>
                                      </p:cBhvr>
                                    </p:animEffect>
                                    <p:set>
                                      <p:cBhvr>
                                        <p:cTn id="57" dur="1" fill="hold">
                                          <p:stCondLst>
                                            <p:cond delay="1999"/>
                                          </p:stCondLst>
                                        </p:cTn>
                                        <p:tgtEl>
                                          <p:spTgt spid="21"/>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0" nodeType="clickEffect">
                                  <p:stCondLst>
                                    <p:cond delay="0"/>
                                  </p:stCondLst>
                                  <p:childTnLst>
                                    <p:animEffect transition="out" filter="fade">
                                      <p:cBhvr>
                                        <p:cTn id="61" dur="2000"/>
                                        <p:tgtEl>
                                          <p:spTgt spid="22"/>
                                        </p:tgtEl>
                                      </p:cBhvr>
                                    </p:animEffect>
                                    <p:set>
                                      <p:cBhvr>
                                        <p:cTn id="62" dur="1" fill="hold">
                                          <p:stCondLst>
                                            <p:cond delay="1999"/>
                                          </p:stCondLst>
                                        </p:cTn>
                                        <p:tgtEl>
                                          <p:spTgt spid="2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0" nodeType="clickEffect">
                                  <p:stCondLst>
                                    <p:cond delay="0"/>
                                  </p:stCondLst>
                                  <p:childTnLst>
                                    <p:animEffect transition="out" filter="fade">
                                      <p:cBhvr>
                                        <p:cTn id="66" dur="2000"/>
                                        <p:tgtEl>
                                          <p:spTgt spid="12"/>
                                        </p:tgtEl>
                                      </p:cBhvr>
                                    </p:animEffect>
                                    <p:set>
                                      <p:cBhvr>
                                        <p:cTn id="67" dur="1" fill="hold">
                                          <p:stCondLst>
                                            <p:cond delay="1999"/>
                                          </p:stCondLst>
                                        </p:cTn>
                                        <p:tgtEl>
                                          <p:spTgt spid="12"/>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0" nodeType="clickEffect">
                                  <p:stCondLst>
                                    <p:cond delay="0"/>
                                  </p:stCondLst>
                                  <p:childTnLst>
                                    <p:animEffect transition="out" filter="fade">
                                      <p:cBhvr>
                                        <p:cTn id="71" dur="2000"/>
                                        <p:tgtEl>
                                          <p:spTgt spid="23"/>
                                        </p:tgtEl>
                                      </p:cBhvr>
                                    </p:animEffect>
                                    <p:set>
                                      <p:cBhvr>
                                        <p:cTn id="72" dur="1" fill="hold">
                                          <p:stCondLst>
                                            <p:cond delay="1999"/>
                                          </p:stCondLst>
                                        </p:cTn>
                                        <p:tgtEl>
                                          <p:spTgt spid="2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xit" presetSubtype="0" fill="hold" grpId="0" nodeType="clickEffect">
                                  <p:stCondLst>
                                    <p:cond delay="0"/>
                                  </p:stCondLst>
                                  <p:childTnLst>
                                    <p:animEffect transition="out" filter="fade">
                                      <p:cBhvr>
                                        <p:cTn id="76" dur="2000"/>
                                        <p:tgtEl>
                                          <p:spTgt spid="24"/>
                                        </p:tgtEl>
                                      </p:cBhvr>
                                    </p:animEffect>
                                    <p:set>
                                      <p:cBhvr>
                                        <p:cTn id="77" dur="1" fill="hold">
                                          <p:stCondLst>
                                            <p:cond delay="1999"/>
                                          </p:stCondLst>
                                        </p:cTn>
                                        <p:tgtEl>
                                          <p:spTgt spid="24"/>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0" nodeType="clickEffect">
                                  <p:stCondLst>
                                    <p:cond delay="0"/>
                                  </p:stCondLst>
                                  <p:childTnLst>
                                    <p:animEffect transition="out" filter="fade">
                                      <p:cBhvr>
                                        <p:cTn id="81" dur="2000"/>
                                        <p:tgtEl>
                                          <p:spTgt spid="25"/>
                                        </p:tgtEl>
                                      </p:cBhvr>
                                    </p:animEffect>
                                    <p:set>
                                      <p:cBhvr>
                                        <p:cTn id="82" dur="1" fill="hold">
                                          <p:stCondLst>
                                            <p:cond delay="19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781803952"/>
              </p:ext>
            </p:extLst>
          </p:nvPr>
        </p:nvGraphicFramePr>
        <p:xfrm>
          <a:off x="818534" y="1815346"/>
          <a:ext cx="7620002" cy="3310666"/>
        </p:xfrm>
        <a:graphic>
          <a:graphicData uri="http://schemas.openxmlformats.org/drawingml/2006/table">
            <a:tbl>
              <a:tblPr firstRow="1" bandRow="1">
                <a:tableStyleId>{5C22544A-7EE6-4342-B048-85BDC9FD1C3A}</a:tableStyleId>
              </a:tblPr>
              <a:tblGrid>
                <a:gridCol w="674414"/>
                <a:gridCol w="5192988"/>
                <a:gridCol w="1752600"/>
              </a:tblGrid>
              <a:tr h="822960">
                <a:tc gridSpan="3">
                  <a:txBody>
                    <a:bodyPr/>
                    <a:lstStyle/>
                    <a:p>
                      <a:pPr algn="ctr"/>
                      <a:r>
                        <a:rPr lang="en-US" sz="2400" dirty="0" smtClean="0">
                          <a:latin typeface="Berlin Sans FB Demi" panose="020E0802020502020306" pitchFamily="34" charset="0"/>
                        </a:rPr>
                        <a:t>COGNITIVE THEORY</a:t>
                      </a:r>
                    </a:p>
                    <a:p>
                      <a:pPr algn="ctr"/>
                      <a:r>
                        <a:rPr lang="en-US" sz="2400" dirty="0" smtClean="0">
                          <a:latin typeface="Berlin Sans FB Demi" panose="020E0802020502020306" pitchFamily="34" charset="0"/>
                        </a:rPr>
                        <a:t>(Jean Piaget)</a:t>
                      </a:r>
                      <a:endParaRPr lang="en-US" sz="2400" dirty="0">
                        <a:latin typeface="Berlin Sans FB Demi" panose="020E0802020502020306" pitchFamily="34" charset="0"/>
                      </a:endParaRPr>
                    </a:p>
                  </a:txBody>
                  <a:tcPr/>
                </a:tc>
                <a:tc hMerge="1">
                  <a:txBody>
                    <a:bodyPr/>
                    <a:lstStyle/>
                    <a:p>
                      <a:pPr algn="ctr"/>
                      <a:endParaRPr lang="en-US" sz="2400" dirty="0">
                        <a:latin typeface="Berlin Sans FB Demi" panose="020E0802020502020306" pitchFamily="34" charset="0"/>
                      </a:endParaRPr>
                    </a:p>
                  </a:txBody>
                  <a:tcPr/>
                </a:tc>
                <a:tc hMerge="1">
                  <a:txBody>
                    <a:bodyPr/>
                    <a:lstStyle/>
                    <a:p>
                      <a:endParaRPr lang="en-US" dirty="0"/>
                    </a:p>
                  </a:txBody>
                  <a:tcPr/>
                </a:tc>
              </a:tr>
              <a:tr h="400722">
                <a:tc>
                  <a:txBody>
                    <a:bodyPr/>
                    <a:lstStyle/>
                    <a:p>
                      <a:pPr algn="ctr"/>
                      <a:endParaRPr lang="en-US" sz="2000" b="1" dirty="0">
                        <a:latin typeface="Berlin Sans FB Demi" panose="020E0802020502020306" pitchFamily="34" charset="0"/>
                      </a:endParaRPr>
                    </a:p>
                  </a:txBody>
                  <a:tcPr/>
                </a:tc>
                <a:tc>
                  <a:txBody>
                    <a:bodyPr/>
                    <a:lstStyle/>
                    <a:p>
                      <a:pPr algn="ctr"/>
                      <a:r>
                        <a:rPr lang="en-US" sz="2000" b="1" dirty="0" smtClean="0">
                          <a:latin typeface="Berlin Sans FB Demi" panose="020E0802020502020306" pitchFamily="34" charset="0"/>
                        </a:rPr>
                        <a:t>STAGE</a:t>
                      </a:r>
                      <a:endParaRPr lang="en-US" sz="2000" b="1" dirty="0">
                        <a:latin typeface="Berlin Sans FB Demi" panose="020E0802020502020306" pitchFamily="34" charset="0"/>
                      </a:endParaRPr>
                    </a:p>
                  </a:txBody>
                  <a:tcPr/>
                </a:tc>
                <a:tc>
                  <a:txBody>
                    <a:bodyPr/>
                    <a:lstStyle/>
                    <a:p>
                      <a:pPr algn="ctr"/>
                      <a:r>
                        <a:rPr lang="en-US" sz="2000" b="1" dirty="0" smtClean="0">
                          <a:latin typeface="Berlin Sans FB Demi" panose="020E0802020502020306" pitchFamily="34" charset="0"/>
                        </a:rPr>
                        <a:t>AGE</a:t>
                      </a:r>
                      <a:endParaRPr lang="en-US" sz="2000" b="1"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1</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Sensorimotor</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0-2 </a:t>
                      </a:r>
                      <a:endParaRPr lang="en-US" sz="28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2</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Pre-Operational </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2-7</a:t>
                      </a:r>
                      <a:endParaRPr lang="en-US" sz="28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3</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Concrete</a:t>
                      </a:r>
                      <a:r>
                        <a:rPr lang="en-US" sz="2800" baseline="0" dirty="0" smtClean="0">
                          <a:latin typeface="Berlin Sans FB Demi" panose="020E0802020502020306" pitchFamily="34" charset="0"/>
                        </a:rPr>
                        <a:t> Operational </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7-11</a:t>
                      </a:r>
                      <a:endParaRPr lang="en-US" sz="2800" dirty="0">
                        <a:latin typeface="Berlin Sans FB Demi" panose="020E0802020502020306" pitchFamily="34" charset="0"/>
                      </a:endParaRPr>
                    </a:p>
                  </a:txBody>
                  <a:tcPr/>
                </a:tc>
              </a:tr>
              <a:tr h="521746">
                <a:tc>
                  <a:txBody>
                    <a:bodyPr/>
                    <a:lstStyle/>
                    <a:p>
                      <a:pPr algn="ctr"/>
                      <a:r>
                        <a:rPr lang="en-US" sz="2800" dirty="0" smtClean="0">
                          <a:latin typeface="Berlin Sans FB Demi" panose="020E0802020502020306" pitchFamily="34" charset="0"/>
                        </a:rPr>
                        <a:t>4</a:t>
                      </a:r>
                      <a:endParaRPr lang="en-US" sz="2800" dirty="0">
                        <a:latin typeface="Berlin Sans FB Demi" panose="020E0802020502020306" pitchFamily="34" charset="0"/>
                      </a:endParaRPr>
                    </a:p>
                  </a:txBody>
                  <a:tcPr/>
                </a:tc>
                <a:tc>
                  <a:txBody>
                    <a:bodyPr/>
                    <a:lstStyle/>
                    <a:p>
                      <a:pPr algn="l"/>
                      <a:r>
                        <a:rPr lang="en-US" sz="2800" dirty="0" smtClean="0">
                          <a:latin typeface="Berlin Sans FB Demi" panose="020E0802020502020306" pitchFamily="34" charset="0"/>
                        </a:rPr>
                        <a:t>Formal</a:t>
                      </a:r>
                      <a:r>
                        <a:rPr lang="en-US" sz="2800" baseline="0" dirty="0" smtClean="0">
                          <a:latin typeface="Berlin Sans FB Demi" panose="020E0802020502020306" pitchFamily="34" charset="0"/>
                        </a:rPr>
                        <a:t> Operational </a:t>
                      </a:r>
                      <a:endParaRPr lang="en-US" sz="2800" dirty="0">
                        <a:latin typeface="Berlin Sans FB Demi" panose="020E0802020502020306" pitchFamily="34" charset="0"/>
                      </a:endParaRPr>
                    </a:p>
                  </a:txBody>
                  <a:tcPr/>
                </a:tc>
                <a:tc>
                  <a:txBody>
                    <a:bodyPr/>
                    <a:lstStyle/>
                    <a:p>
                      <a:pPr algn="ctr"/>
                      <a:r>
                        <a:rPr lang="en-US" sz="2800" dirty="0" smtClean="0">
                          <a:latin typeface="Berlin Sans FB Demi" panose="020E0802020502020306" pitchFamily="34" charset="0"/>
                        </a:rPr>
                        <a:t>11-16</a:t>
                      </a:r>
                      <a:endParaRPr lang="en-US" sz="2800" dirty="0">
                        <a:latin typeface="Berlin Sans FB Demi" panose="020E0802020502020306" pitchFamily="34" charset="0"/>
                      </a:endParaRPr>
                    </a:p>
                  </a:txBody>
                  <a:tcPr/>
                </a:tc>
              </a:tr>
            </a:tbl>
          </a:graphicData>
        </a:graphic>
      </p:graphicFrame>
      <p:sp>
        <p:nvSpPr>
          <p:cNvPr id="9" name="TextBox 8"/>
          <p:cNvSpPr txBox="1"/>
          <p:nvPr/>
        </p:nvSpPr>
        <p:spPr>
          <a:xfrm>
            <a:off x="1494504" y="4724400"/>
            <a:ext cx="3898490"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4" name="TextBox 13"/>
          <p:cNvSpPr txBox="1"/>
          <p:nvPr/>
        </p:nvSpPr>
        <p:spPr>
          <a:xfrm>
            <a:off x="1472382" y="3091934"/>
            <a:ext cx="3180735"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7" name="TextBox 6"/>
          <p:cNvSpPr txBox="1"/>
          <p:nvPr/>
        </p:nvSpPr>
        <p:spPr>
          <a:xfrm>
            <a:off x="1519904" y="3613666"/>
            <a:ext cx="3180735"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8" name="TextBox 7"/>
          <p:cNvSpPr txBox="1"/>
          <p:nvPr/>
        </p:nvSpPr>
        <p:spPr>
          <a:xfrm>
            <a:off x="1519904" y="4191000"/>
            <a:ext cx="3509296"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Tree>
    <p:extLst>
      <p:ext uri="{BB962C8B-B14F-4D97-AF65-F5344CB8AC3E}">
        <p14:creationId xmlns:p14="http://schemas.microsoft.com/office/powerpoint/2010/main" val="2963225509"/>
      </p:ext>
    </p:extLst>
  </p:cSld>
  <p:clrMapOvr>
    <a:masterClrMapping/>
  </p:clrMapOvr>
  <mc:AlternateContent xmlns:mc="http://schemas.openxmlformats.org/markup-compatibility/2006" xmlns:p14="http://schemas.microsoft.com/office/powerpoint/2010/main">
    <mc:Choice Requires="p14">
      <p:transition spd="slow" p14:dur="2000" advClick="0" advTm="7000"/>
    </mc:Choice>
    <mc:Fallback xmlns="">
      <p:transition spd="slow" advClick="0" advTm="7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000"/>
                                        <p:tgtEl>
                                          <p:spTgt spid="14"/>
                                        </p:tgtEl>
                                      </p:cBhvr>
                                    </p:animEffect>
                                    <p:set>
                                      <p:cBhvr>
                                        <p:cTn id="7" dur="1" fill="hold">
                                          <p:stCondLst>
                                            <p:cond delay="19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000"/>
                                        <p:tgtEl>
                                          <p:spTgt spid="7"/>
                                        </p:tgtEl>
                                      </p:cBhvr>
                                    </p:animEffect>
                                    <p:set>
                                      <p:cBhvr>
                                        <p:cTn id="12" dur="1" fill="hold">
                                          <p:stCondLst>
                                            <p:cond delay="19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2000"/>
                                        <p:tgtEl>
                                          <p:spTgt spid="8"/>
                                        </p:tgtEl>
                                      </p:cBhvr>
                                    </p:animEffect>
                                    <p:set>
                                      <p:cBhvr>
                                        <p:cTn id="17" dur="1" fill="hold">
                                          <p:stCondLst>
                                            <p:cond delay="19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2000"/>
                                        <p:tgtEl>
                                          <p:spTgt spid="9"/>
                                        </p:tgtEl>
                                      </p:cBhvr>
                                    </p:animEffect>
                                    <p:set>
                                      <p:cBhvr>
                                        <p:cTn id="22" dur="1" fill="hold">
                                          <p:stCondLst>
                                            <p:cond delay="1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7" grpId="0" animBg="1"/>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424754433"/>
              </p:ext>
            </p:extLst>
          </p:nvPr>
        </p:nvGraphicFramePr>
        <p:xfrm>
          <a:off x="793954" y="1177413"/>
          <a:ext cx="7620002" cy="4304852"/>
        </p:xfrm>
        <a:graphic>
          <a:graphicData uri="http://schemas.openxmlformats.org/drawingml/2006/table">
            <a:tbl>
              <a:tblPr firstRow="1" bandRow="1">
                <a:tableStyleId>{5C22544A-7EE6-4342-B048-85BDC9FD1C3A}</a:tableStyleId>
              </a:tblPr>
              <a:tblGrid>
                <a:gridCol w="674414"/>
                <a:gridCol w="4780032"/>
                <a:gridCol w="2165556"/>
              </a:tblGrid>
              <a:tr h="952052">
                <a:tc gridSpan="3">
                  <a:txBody>
                    <a:bodyPr/>
                    <a:lstStyle/>
                    <a:p>
                      <a:pPr algn="ctr"/>
                      <a:r>
                        <a:rPr lang="en-US" sz="2800" dirty="0" smtClean="0">
                          <a:latin typeface="Berlin Sans FB Demi" panose="020E0802020502020306" pitchFamily="34" charset="0"/>
                        </a:rPr>
                        <a:t>PSYCHOSEXUAL THEORY</a:t>
                      </a:r>
                    </a:p>
                    <a:p>
                      <a:pPr algn="ctr"/>
                      <a:r>
                        <a:rPr lang="en-US" sz="2800" dirty="0" smtClean="0">
                          <a:latin typeface="Berlin Sans FB Demi" panose="020E0802020502020306" pitchFamily="34" charset="0"/>
                        </a:rPr>
                        <a:t>(Sigmund Freud)</a:t>
                      </a:r>
                      <a:endParaRPr lang="en-US" sz="2800" dirty="0">
                        <a:latin typeface="Berlin Sans FB Demi" panose="020E0802020502020306" pitchFamily="34" charset="0"/>
                      </a:endParaRPr>
                    </a:p>
                  </a:txBody>
                  <a:tcPr/>
                </a:tc>
                <a:tc hMerge="1">
                  <a:txBody>
                    <a:bodyPr/>
                    <a:lstStyle/>
                    <a:p>
                      <a:pPr algn="ctr"/>
                      <a:endParaRPr lang="en-US" sz="2400" dirty="0">
                        <a:latin typeface="Berlin Sans FB Demi" panose="020E0802020502020306" pitchFamily="34" charset="0"/>
                      </a:endParaRPr>
                    </a:p>
                  </a:txBody>
                  <a:tcPr/>
                </a:tc>
                <a:tc hMerge="1">
                  <a:txBody>
                    <a:bodyPr/>
                    <a:lstStyle/>
                    <a:p>
                      <a:endParaRPr lang="en-US" dirty="0"/>
                    </a:p>
                  </a:txBody>
                  <a:tcPr/>
                </a:tc>
              </a:tr>
              <a:tr h="457200">
                <a:tc>
                  <a:txBody>
                    <a:bodyPr/>
                    <a:lstStyle/>
                    <a:p>
                      <a:pPr algn="ctr"/>
                      <a:endParaRPr lang="en-US" sz="2000" b="1" dirty="0">
                        <a:latin typeface="Berlin Sans FB Demi" panose="020E0802020502020306" pitchFamily="34" charset="0"/>
                      </a:endParaRPr>
                    </a:p>
                  </a:txBody>
                  <a:tcPr/>
                </a:tc>
                <a:tc>
                  <a:txBody>
                    <a:bodyPr/>
                    <a:lstStyle/>
                    <a:p>
                      <a:pPr algn="ctr"/>
                      <a:r>
                        <a:rPr lang="en-US" sz="2400" b="1" dirty="0" smtClean="0">
                          <a:latin typeface="Berlin Sans FB Demi" panose="020E0802020502020306" pitchFamily="34" charset="0"/>
                        </a:rPr>
                        <a:t>STAGE</a:t>
                      </a:r>
                      <a:endParaRPr lang="en-US" sz="2400" b="1" dirty="0">
                        <a:latin typeface="Berlin Sans FB Demi" panose="020E0802020502020306" pitchFamily="34" charset="0"/>
                      </a:endParaRPr>
                    </a:p>
                  </a:txBody>
                  <a:tcPr/>
                </a:tc>
                <a:tc>
                  <a:txBody>
                    <a:bodyPr/>
                    <a:lstStyle/>
                    <a:p>
                      <a:pPr algn="ctr"/>
                      <a:r>
                        <a:rPr lang="en-US" sz="2400" b="1" dirty="0" smtClean="0">
                          <a:latin typeface="Berlin Sans FB Demi" panose="020E0802020502020306" pitchFamily="34" charset="0"/>
                        </a:rPr>
                        <a:t>AGE</a:t>
                      </a:r>
                      <a:endParaRPr lang="en-US" sz="2400" b="1" dirty="0">
                        <a:latin typeface="Berlin Sans FB Demi" panose="020E0802020502020306" pitchFamily="34" charset="0"/>
                      </a:endParaRPr>
                    </a:p>
                  </a:txBody>
                  <a:tcPr/>
                </a:tc>
              </a:tr>
              <a:tr h="579120">
                <a:tc>
                  <a:txBody>
                    <a:bodyPr/>
                    <a:lstStyle/>
                    <a:p>
                      <a:pPr algn="ctr"/>
                      <a:r>
                        <a:rPr lang="en-US" sz="3200" dirty="0" smtClean="0">
                          <a:latin typeface="Berlin Sans FB Demi" panose="020E0802020502020306" pitchFamily="34" charset="0"/>
                        </a:rPr>
                        <a:t>1</a:t>
                      </a:r>
                      <a:endParaRPr lang="en-US" sz="3200" dirty="0">
                        <a:latin typeface="Berlin Sans FB Demi" panose="020E0802020502020306" pitchFamily="34" charset="0"/>
                      </a:endParaRPr>
                    </a:p>
                  </a:txBody>
                  <a:tcPr/>
                </a:tc>
                <a:tc>
                  <a:txBody>
                    <a:bodyPr/>
                    <a:lstStyle/>
                    <a:p>
                      <a:pPr algn="l"/>
                      <a:r>
                        <a:rPr lang="en-US" sz="3200" dirty="0" smtClean="0">
                          <a:latin typeface="Berlin Sans FB Demi" panose="020E0802020502020306" pitchFamily="34" charset="0"/>
                        </a:rPr>
                        <a:t>Oral </a:t>
                      </a:r>
                      <a:endParaRPr lang="en-US" sz="3200" dirty="0">
                        <a:latin typeface="Berlin Sans FB Demi" panose="020E0802020502020306" pitchFamily="34" charset="0"/>
                      </a:endParaRPr>
                    </a:p>
                  </a:txBody>
                  <a:tcPr/>
                </a:tc>
                <a:tc>
                  <a:txBody>
                    <a:bodyPr/>
                    <a:lstStyle/>
                    <a:p>
                      <a:pPr algn="ctr"/>
                      <a:r>
                        <a:rPr lang="en-US" sz="3200" dirty="0" smtClean="0">
                          <a:latin typeface="Berlin Sans FB Demi" panose="020E0802020502020306" pitchFamily="34" charset="0"/>
                        </a:rPr>
                        <a:t>0-2 </a:t>
                      </a:r>
                      <a:endParaRPr lang="en-US" sz="3200" dirty="0">
                        <a:latin typeface="Berlin Sans FB Demi" panose="020E0802020502020306" pitchFamily="34" charset="0"/>
                      </a:endParaRPr>
                    </a:p>
                  </a:txBody>
                  <a:tcPr/>
                </a:tc>
              </a:tr>
              <a:tr h="579120">
                <a:tc>
                  <a:txBody>
                    <a:bodyPr/>
                    <a:lstStyle/>
                    <a:p>
                      <a:pPr algn="ctr"/>
                      <a:r>
                        <a:rPr lang="en-US" sz="3200" dirty="0" smtClean="0">
                          <a:latin typeface="Berlin Sans FB Demi" panose="020E0802020502020306" pitchFamily="34" charset="0"/>
                        </a:rPr>
                        <a:t>2</a:t>
                      </a:r>
                      <a:endParaRPr lang="en-US" sz="3200" dirty="0">
                        <a:latin typeface="Berlin Sans FB Demi" panose="020E0802020502020306" pitchFamily="34" charset="0"/>
                      </a:endParaRPr>
                    </a:p>
                  </a:txBody>
                  <a:tcPr/>
                </a:tc>
                <a:tc>
                  <a:txBody>
                    <a:bodyPr/>
                    <a:lstStyle/>
                    <a:p>
                      <a:pPr algn="l"/>
                      <a:r>
                        <a:rPr lang="en-US" sz="3200" dirty="0" smtClean="0">
                          <a:latin typeface="Berlin Sans FB Demi" panose="020E0802020502020306" pitchFamily="34" charset="0"/>
                        </a:rPr>
                        <a:t>Anal</a:t>
                      </a:r>
                      <a:endParaRPr lang="en-US" sz="3200" dirty="0">
                        <a:latin typeface="Berlin Sans FB Demi" panose="020E0802020502020306" pitchFamily="34" charset="0"/>
                      </a:endParaRPr>
                    </a:p>
                  </a:txBody>
                  <a:tcPr/>
                </a:tc>
                <a:tc>
                  <a:txBody>
                    <a:bodyPr/>
                    <a:lstStyle/>
                    <a:p>
                      <a:pPr algn="ctr"/>
                      <a:r>
                        <a:rPr lang="en-US" sz="3200" dirty="0" smtClean="0">
                          <a:latin typeface="Berlin Sans FB Demi" panose="020E0802020502020306" pitchFamily="34" charset="0"/>
                        </a:rPr>
                        <a:t>2-4</a:t>
                      </a:r>
                      <a:endParaRPr lang="en-US" sz="3200" dirty="0">
                        <a:latin typeface="Berlin Sans FB Demi" panose="020E0802020502020306" pitchFamily="34" charset="0"/>
                      </a:endParaRPr>
                    </a:p>
                  </a:txBody>
                  <a:tcPr/>
                </a:tc>
              </a:tr>
              <a:tr h="579120">
                <a:tc>
                  <a:txBody>
                    <a:bodyPr/>
                    <a:lstStyle/>
                    <a:p>
                      <a:pPr algn="ctr"/>
                      <a:r>
                        <a:rPr lang="en-US" sz="3200" dirty="0" smtClean="0">
                          <a:latin typeface="Berlin Sans FB Demi" panose="020E0802020502020306" pitchFamily="34" charset="0"/>
                        </a:rPr>
                        <a:t>3</a:t>
                      </a:r>
                      <a:endParaRPr lang="en-US" sz="3200" dirty="0">
                        <a:latin typeface="Berlin Sans FB Demi" panose="020E0802020502020306" pitchFamily="34" charset="0"/>
                      </a:endParaRPr>
                    </a:p>
                  </a:txBody>
                  <a:tcPr/>
                </a:tc>
                <a:tc>
                  <a:txBody>
                    <a:bodyPr/>
                    <a:lstStyle/>
                    <a:p>
                      <a:pPr algn="l"/>
                      <a:r>
                        <a:rPr lang="en-US" sz="3200" dirty="0" smtClean="0">
                          <a:latin typeface="Berlin Sans FB Demi" panose="020E0802020502020306" pitchFamily="34" charset="0"/>
                        </a:rPr>
                        <a:t>Phallic</a:t>
                      </a:r>
                      <a:endParaRPr lang="en-US" sz="3200" dirty="0">
                        <a:latin typeface="Berlin Sans FB Demi" panose="020E0802020502020306" pitchFamily="34" charset="0"/>
                      </a:endParaRPr>
                    </a:p>
                  </a:txBody>
                  <a:tcPr/>
                </a:tc>
                <a:tc>
                  <a:txBody>
                    <a:bodyPr/>
                    <a:lstStyle/>
                    <a:p>
                      <a:pPr algn="ctr"/>
                      <a:r>
                        <a:rPr lang="en-US" sz="3200" dirty="0" smtClean="0">
                          <a:latin typeface="Berlin Sans FB Demi" panose="020E0802020502020306" pitchFamily="34" charset="0"/>
                        </a:rPr>
                        <a:t>4-6</a:t>
                      </a:r>
                      <a:endParaRPr lang="en-US" sz="3200" dirty="0">
                        <a:latin typeface="Berlin Sans FB Demi" panose="020E0802020502020306" pitchFamily="34" charset="0"/>
                      </a:endParaRPr>
                    </a:p>
                  </a:txBody>
                  <a:tcPr/>
                </a:tc>
              </a:tr>
              <a:tr h="579120">
                <a:tc>
                  <a:txBody>
                    <a:bodyPr/>
                    <a:lstStyle/>
                    <a:p>
                      <a:pPr algn="ctr"/>
                      <a:r>
                        <a:rPr lang="en-US" sz="3200" dirty="0" smtClean="0">
                          <a:latin typeface="Berlin Sans FB Demi" panose="020E0802020502020306" pitchFamily="34" charset="0"/>
                        </a:rPr>
                        <a:t>4</a:t>
                      </a:r>
                      <a:endParaRPr lang="en-US" sz="3200" dirty="0">
                        <a:latin typeface="Berlin Sans FB Demi" panose="020E0802020502020306" pitchFamily="34" charset="0"/>
                      </a:endParaRPr>
                    </a:p>
                  </a:txBody>
                  <a:tcPr/>
                </a:tc>
                <a:tc>
                  <a:txBody>
                    <a:bodyPr/>
                    <a:lstStyle/>
                    <a:p>
                      <a:pPr algn="l"/>
                      <a:r>
                        <a:rPr lang="en-US" sz="3200" baseline="0" dirty="0" smtClean="0">
                          <a:latin typeface="Berlin Sans FB Demi" panose="020E0802020502020306" pitchFamily="34" charset="0"/>
                        </a:rPr>
                        <a:t>Latency</a:t>
                      </a:r>
                      <a:endParaRPr lang="en-US" sz="3200" dirty="0">
                        <a:latin typeface="Berlin Sans FB Demi" panose="020E0802020502020306" pitchFamily="34" charset="0"/>
                      </a:endParaRPr>
                    </a:p>
                  </a:txBody>
                  <a:tcPr/>
                </a:tc>
                <a:tc>
                  <a:txBody>
                    <a:bodyPr/>
                    <a:lstStyle/>
                    <a:p>
                      <a:pPr algn="ctr"/>
                      <a:r>
                        <a:rPr lang="en-US" sz="3200" dirty="0" smtClean="0">
                          <a:latin typeface="Berlin Sans FB Demi" panose="020E0802020502020306" pitchFamily="34" charset="0"/>
                        </a:rPr>
                        <a:t>6-12</a:t>
                      </a:r>
                      <a:endParaRPr lang="en-US" sz="3200" dirty="0">
                        <a:latin typeface="Berlin Sans FB Demi" panose="020E0802020502020306" pitchFamily="34" charset="0"/>
                      </a:endParaRPr>
                    </a:p>
                  </a:txBody>
                  <a:tcPr/>
                </a:tc>
              </a:tr>
              <a:tr h="579120">
                <a:tc>
                  <a:txBody>
                    <a:bodyPr/>
                    <a:lstStyle/>
                    <a:p>
                      <a:pPr algn="ctr"/>
                      <a:r>
                        <a:rPr lang="en-US" sz="3200" dirty="0" smtClean="0">
                          <a:latin typeface="Berlin Sans FB Demi" panose="020E0802020502020306" pitchFamily="34" charset="0"/>
                        </a:rPr>
                        <a:t>5</a:t>
                      </a:r>
                      <a:endParaRPr lang="en-US" sz="3200" dirty="0">
                        <a:latin typeface="Berlin Sans FB Demi" panose="020E0802020502020306" pitchFamily="34" charset="0"/>
                      </a:endParaRPr>
                    </a:p>
                  </a:txBody>
                  <a:tcPr/>
                </a:tc>
                <a:tc>
                  <a:txBody>
                    <a:bodyPr/>
                    <a:lstStyle/>
                    <a:p>
                      <a:pPr algn="l"/>
                      <a:r>
                        <a:rPr lang="en-US" sz="3200" dirty="0" smtClean="0">
                          <a:latin typeface="Berlin Sans FB Demi" panose="020E0802020502020306" pitchFamily="34" charset="0"/>
                        </a:rPr>
                        <a:t>Genital </a:t>
                      </a:r>
                      <a:endParaRPr lang="en-US" sz="3200" dirty="0">
                        <a:latin typeface="Berlin Sans FB Demi" panose="020E0802020502020306" pitchFamily="34" charset="0"/>
                      </a:endParaRPr>
                    </a:p>
                  </a:txBody>
                  <a:tcPr/>
                </a:tc>
                <a:tc>
                  <a:txBody>
                    <a:bodyPr/>
                    <a:lstStyle/>
                    <a:p>
                      <a:pPr algn="ctr"/>
                      <a:r>
                        <a:rPr lang="en-US" sz="3200" dirty="0" smtClean="0">
                          <a:latin typeface="Berlin Sans FB Demi" panose="020E0802020502020306" pitchFamily="34" charset="0"/>
                        </a:rPr>
                        <a:t>12 and up</a:t>
                      </a:r>
                      <a:endParaRPr lang="en-US" sz="3200" dirty="0">
                        <a:latin typeface="Berlin Sans FB Demi" panose="020E0802020502020306" pitchFamily="34" charset="0"/>
                      </a:endParaRPr>
                    </a:p>
                  </a:txBody>
                  <a:tcPr/>
                </a:tc>
              </a:tr>
            </a:tbl>
          </a:graphicData>
        </a:graphic>
      </p:graphicFrame>
      <p:sp>
        <p:nvSpPr>
          <p:cNvPr id="9" name="TextBox 8"/>
          <p:cNvSpPr txBox="1"/>
          <p:nvPr/>
        </p:nvSpPr>
        <p:spPr>
          <a:xfrm>
            <a:off x="1494504" y="3886200"/>
            <a:ext cx="2163097"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4" name="TextBox 13"/>
          <p:cNvSpPr txBox="1"/>
          <p:nvPr/>
        </p:nvSpPr>
        <p:spPr>
          <a:xfrm>
            <a:off x="1499420" y="4972566"/>
            <a:ext cx="2158181"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7" name="TextBox 6"/>
          <p:cNvSpPr txBox="1"/>
          <p:nvPr/>
        </p:nvSpPr>
        <p:spPr>
          <a:xfrm>
            <a:off x="1501878" y="3276600"/>
            <a:ext cx="2158181"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2" name="TextBox 11"/>
          <p:cNvSpPr txBox="1"/>
          <p:nvPr/>
        </p:nvSpPr>
        <p:spPr>
          <a:xfrm>
            <a:off x="1514578" y="2667000"/>
            <a:ext cx="2158181"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
        <p:nvSpPr>
          <p:cNvPr id="13" name="TextBox 12"/>
          <p:cNvSpPr txBox="1"/>
          <p:nvPr/>
        </p:nvSpPr>
        <p:spPr>
          <a:xfrm>
            <a:off x="1539978" y="4503698"/>
            <a:ext cx="2158181" cy="369332"/>
          </a:xfrm>
          <a:prstGeom prst="rect">
            <a:avLst/>
          </a:prstGeom>
          <a:solidFill>
            <a:srgbClr val="FF0000"/>
          </a:solidFill>
          <a:ln>
            <a:solidFill>
              <a:srgbClr val="FF0000"/>
            </a:solidFill>
          </a:ln>
        </p:spPr>
        <p:txBody>
          <a:bodyPr wrap="square" lIns="91429" tIns="45714" rIns="91429" bIns="45714" rtlCol="0">
            <a:spAutoFit/>
          </a:bodyPr>
          <a:lstStyle/>
          <a:p>
            <a:pPr algn="ctr"/>
            <a:r>
              <a:rPr lang="en-US" b="1" dirty="0" smtClean="0">
                <a:solidFill>
                  <a:schemeClr val="bg1"/>
                </a:solidFill>
                <a:latin typeface="Berlin Sans FB Demi" panose="020E0802020502020306" pitchFamily="34" charset="0"/>
              </a:rPr>
              <a:t>???</a:t>
            </a:r>
            <a:endParaRPr lang="en-US" b="1" dirty="0">
              <a:solidFill>
                <a:schemeClr val="bg1"/>
              </a:solidFill>
              <a:latin typeface="Berlin Sans FB Demi" panose="020E0802020502020306" pitchFamily="34" charset="0"/>
            </a:endParaRPr>
          </a:p>
        </p:txBody>
      </p:sp>
    </p:spTree>
    <p:extLst>
      <p:ext uri="{BB962C8B-B14F-4D97-AF65-F5344CB8AC3E}">
        <p14:creationId xmlns:p14="http://schemas.microsoft.com/office/powerpoint/2010/main" val="2190875875"/>
      </p:ext>
    </p:extLst>
  </p:cSld>
  <p:clrMapOvr>
    <a:masterClrMapping/>
  </p:clrMapOvr>
  <mc:AlternateContent xmlns:mc="http://schemas.openxmlformats.org/markup-compatibility/2006" xmlns:p14="http://schemas.microsoft.com/office/powerpoint/2010/main">
    <mc:Choice Requires="p14">
      <p:transition spd="slow" p14:dur="2000" advClick="0" advTm="7000"/>
    </mc:Choice>
    <mc:Fallback xmlns="">
      <p:transition spd="slow" advClick="0" advTm="7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2000"/>
                                        <p:tgtEl>
                                          <p:spTgt spid="12"/>
                                        </p:tgtEl>
                                      </p:cBhvr>
                                    </p:animEffect>
                                    <p:set>
                                      <p:cBhvr>
                                        <p:cTn id="7" dur="1" fill="hold">
                                          <p:stCondLst>
                                            <p:cond delay="19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000"/>
                                        <p:tgtEl>
                                          <p:spTgt spid="7"/>
                                        </p:tgtEl>
                                      </p:cBhvr>
                                    </p:animEffect>
                                    <p:set>
                                      <p:cBhvr>
                                        <p:cTn id="12" dur="1" fill="hold">
                                          <p:stCondLst>
                                            <p:cond delay="19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2000"/>
                                        <p:tgtEl>
                                          <p:spTgt spid="9"/>
                                        </p:tgtEl>
                                      </p:cBhvr>
                                    </p:animEffect>
                                    <p:set>
                                      <p:cBhvr>
                                        <p:cTn id="17" dur="1" fill="hold">
                                          <p:stCondLst>
                                            <p:cond delay="19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2000"/>
                                        <p:tgtEl>
                                          <p:spTgt spid="13"/>
                                        </p:tgtEl>
                                      </p:cBhvr>
                                    </p:animEffect>
                                    <p:set>
                                      <p:cBhvr>
                                        <p:cTn id="22" dur="1" fill="hold">
                                          <p:stCondLst>
                                            <p:cond delay="1999"/>
                                          </p:stCondLst>
                                        </p:cTn>
                                        <p:tgtEl>
                                          <p:spTgt spid="1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2000"/>
                                        <p:tgtEl>
                                          <p:spTgt spid="14"/>
                                        </p:tgtEl>
                                      </p:cBhvr>
                                    </p:animEffect>
                                    <p:set>
                                      <p:cBhvr>
                                        <p:cTn id="27" dur="1" fill="hold">
                                          <p:stCondLst>
                                            <p:cond delay="1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7" grpId="0" animBg="1"/>
      <p:bldP spid="12" grpId="0" animBg="1"/>
      <p:bldP spid="13"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64. Piaget’s </a:t>
            </a:r>
            <a:r>
              <a:rPr lang="en-GB" dirty="0">
                <a:solidFill>
                  <a:schemeClr val="tx1"/>
                </a:solidFill>
              </a:rPr>
              <a:t>Principles of cognitive learning, what is centration that likely causes mistakes in the learning process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Admitting </a:t>
            </a:r>
            <a:r>
              <a:rPr lang="en-GB" dirty="0">
                <a:solidFill>
                  <a:schemeClr val="tx1"/>
                </a:solidFill>
              </a:rPr>
              <a:t>other </a:t>
            </a:r>
            <a:r>
              <a:rPr lang="en-GB" dirty="0" smtClean="0">
                <a:solidFill>
                  <a:schemeClr val="tx1"/>
                </a:solidFill>
              </a:rPr>
              <a:t>perspectives</a:t>
            </a:r>
          </a:p>
          <a:p>
            <a:pPr marL="514350" indent="-514350" algn="l">
              <a:buFont typeface="+mj-lt"/>
              <a:buAutoNum type="alphaUcPeriod"/>
            </a:pPr>
            <a:r>
              <a:rPr lang="en-GB" dirty="0" smtClean="0">
                <a:solidFill>
                  <a:schemeClr val="tx1"/>
                </a:solidFill>
              </a:rPr>
              <a:t>Being </a:t>
            </a:r>
            <a:r>
              <a:rPr lang="en-GB" dirty="0">
                <a:solidFill>
                  <a:schemeClr val="tx1"/>
                </a:solidFill>
              </a:rPr>
              <a:t>limited to a single point of view </a:t>
            </a:r>
            <a:endParaRPr lang="en-GB" dirty="0" smtClean="0">
              <a:solidFill>
                <a:schemeClr val="tx1"/>
              </a:solidFill>
            </a:endParaRPr>
          </a:p>
          <a:p>
            <a:pPr marL="514350" indent="-514350" algn="l">
              <a:buFont typeface="+mj-lt"/>
              <a:buAutoNum type="alphaUcPeriod"/>
            </a:pPr>
            <a:r>
              <a:rPr lang="en-GB" dirty="0" smtClean="0">
                <a:solidFill>
                  <a:schemeClr val="tx1"/>
                </a:solidFill>
              </a:rPr>
              <a:t>Seeing </a:t>
            </a:r>
            <a:r>
              <a:rPr lang="en-GB" dirty="0">
                <a:solidFill>
                  <a:schemeClr val="tx1"/>
                </a:solidFill>
              </a:rPr>
              <a:t>through various perspectives </a:t>
            </a:r>
            <a:endParaRPr lang="en-PH" dirty="0">
              <a:solidFill>
                <a:schemeClr val="tx1"/>
              </a:solidFill>
            </a:endParaRPr>
          </a:p>
          <a:p>
            <a:pPr marL="514350" indent="-514350" algn="l">
              <a:buFont typeface="+mj-lt"/>
              <a:buAutoNum type="alphaUcPeriod"/>
            </a:pPr>
            <a:r>
              <a:rPr lang="en-GB" dirty="0" smtClean="0">
                <a:solidFill>
                  <a:schemeClr val="tx1"/>
                </a:solidFill>
              </a:rPr>
              <a:t>Allowing </a:t>
            </a:r>
            <a:r>
              <a:rPr lang="en-GB" dirty="0">
                <a:solidFill>
                  <a:schemeClr val="tx1"/>
                </a:solidFill>
              </a:rPr>
              <a:t>several points of views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65. In </a:t>
            </a:r>
            <a:r>
              <a:rPr lang="en-GB" dirty="0">
                <a:solidFill>
                  <a:schemeClr val="tx1"/>
                </a:solidFill>
              </a:rPr>
              <a:t>Piaget’s Concrete-Operational stage in cognitive development, which refers to the ability </a:t>
            </a:r>
            <a:r>
              <a:rPr lang="en-GB" dirty="0" smtClean="0">
                <a:solidFill>
                  <a:schemeClr val="tx1"/>
                </a:solidFill>
              </a:rPr>
              <a:t>to order </a:t>
            </a:r>
            <a:r>
              <a:rPr lang="en-GB" dirty="0">
                <a:solidFill>
                  <a:schemeClr val="tx1"/>
                </a:solidFill>
              </a:rPr>
              <a:t>or arrange </a:t>
            </a:r>
            <a:r>
              <a:rPr lang="en-GB" dirty="0" smtClean="0">
                <a:solidFill>
                  <a:schemeClr val="tx1"/>
                </a:solidFill>
              </a:rPr>
              <a:t>things </a:t>
            </a:r>
            <a:r>
              <a:rPr lang="en-GB" dirty="0">
                <a:solidFill>
                  <a:schemeClr val="tx1"/>
                </a:solidFill>
              </a:rPr>
              <a:t>logically on dimension such as weight, volume, or size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Conservation</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Reversibility</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Decentering</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Seriation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66. In </a:t>
            </a:r>
            <a:r>
              <a:rPr lang="en-GB" dirty="0">
                <a:solidFill>
                  <a:schemeClr val="tx1"/>
                </a:solidFill>
              </a:rPr>
              <a:t>Piaget’s Cognitive Concepts, what is the term of achieving proper balance to avoid discrepancy in perception and </a:t>
            </a:r>
            <a:r>
              <a:rPr lang="en-GB" dirty="0" smtClean="0">
                <a:solidFill>
                  <a:schemeClr val="tx1"/>
                </a:solidFill>
              </a:rPr>
              <a:t>understanding?</a:t>
            </a:r>
            <a:endParaRPr lang="en-PH" dirty="0">
              <a:solidFill>
                <a:schemeClr val="tx1"/>
              </a:solidFill>
            </a:endParaRPr>
          </a:p>
          <a:p>
            <a:pPr marL="514350" indent="-514350" algn="l">
              <a:buFont typeface="+mj-lt"/>
              <a:buAutoNum type="alphaUcPeriod"/>
            </a:pPr>
            <a:r>
              <a:rPr lang="en-GB" dirty="0" smtClean="0">
                <a:solidFill>
                  <a:schemeClr val="tx1"/>
                </a:solidFill>
              </a:rPr>
              <a:t>Schema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Assimilation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Accommodation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Equilibrium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b="1" dirty="0">
                <a:solidFill>
                  <a:schemeClr val="tx1"/>
                </a:solidFill>
              </a:rPr>
              <a:t> </a:t>
            </a:r>
            <a:r>
              <a:rPr lang="en-GB" dirty="0" smtClean="0">
                <a:solidFill>
                  <a:schemeClr val="tx1"/>
                </a:solidFill>
              </a:rPr>
              <a:t>67.</a:t>
            </a:r>
            <a:r>
              <a:rPr lang="en-GB" dirty="0">
                <a:solidFill>
                  <a:schemeClr val="tx1"/>
                </a:solidFill>
              </a:rPr>
              <a:t> </a:t>
            </a:r>
            <a:r>
              <a:rPr lang="en-GB" dirty="0" smtClean="0">
                <a:solidFill>
                  <a:schemeClr val="tx1"/>
                </a:solidFill>
              </a:rPr>
              <a:t>Someone </a:t>
            </a:r>
            <a:r>
              <a:rPr lang="en-GB" dirty="0">
                <a:solidFill>
                  <a:schemeClr val="tx1"/>
                </a:solidFill>
              </a:rPr>
              <a:t>said, “Experience without theory is blind, but theory without experience is mere intellectual play.” This </a:t>
            </a:r>
            <a:r>
              <a:rPr lang="en-GB" dirty="0" smtClean="0">
                <a:solidFill>
                  <a:schemeClr val="tx1"/>
                </a:solidFill>
              </a:rPr>
              <a:t>means </a:t>
            </a:r>
            <a:r>
              <a:rPr lang="en-GB" dirty="0">
                <a:solidFill>
                  <a:schemeClr val="tx1"/>
                </a:solidFill>
              </a:rPr>
              <a:t>that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Theory </a:t>
            </a:r>
            <a:r>
              <a:rPr lang="en-GB" dirty="0">
                <a:solidFill>
                  <a:schemeClr val="tx1"/>
                </a:solidFill>
              </a:rPr>
              <a:t>and experience must go hand-in-hand	</a:t>
            </a:r>
            <a:endParaRPr lang="en-GB" dirty="0" smtClean="0">
              <a:solidFill>
                <a:schemeClr val="tx1"/>
              </a:solidFill>
            </a:endParaRPr>
          </a:p>
          <a:p>
            <a:pPr marL="514350" indent="-514350" algn="l">
              <a:buFont typeface="+mj-lt"/>
              <a:buAutoNum type="alphaUcPeriod"/>
            </a:pPr>
            <a:r>
              <a:rPr lang="en-GB" dirty="0" smtClean="0">
                <a:solidFill>
                  <a:schemeClr val="tx1"/>
                </a:solidFill>
              </a:rPr>
              <a:t>Theory </a:t>
            </a:r>
            <a:r>
              <a:rPr lang="en-GB" dirty="0">
                <a:solidFill>
                  <a:schemeClr val="tx1"/>
                </a:solidFill>
              </a:rPr>
              <a:t>is more important than </a:t>
            </a:r>
            <a:r>
              <a:rPr lang="en-GB" dirty="0" smtClean="0">
                <a:solidFill>
                  <a:schemeClr val="tx1"/>
                </a:solidFill>
              </a:rPr>
              <a:t>experience</a:t>
            </a:r>
          </a:p>
          <a:p>
            <a:pPr marL="514350" indent="-514350" algn="l">
              <a:buFont typeface="+mj-lt"/>
              <a:buAutoNum type="alphaUcPeriod"/>
            </a:pPr>
            <a:r>
              <a:rPr lang="en-GB" dirty="0" smtClean="0">
                <a:solidFill>
                  <a:schemeClr val="tx1"/>
                </a:solidFill>
              </a:rPr>
              <a:t>Experience </a:t>
            </a:r>
            <a:r>
              <a:rPr lang="en-GB" dirty="0">
                <a:solidFill>
                  <a:schemeClr val="tx1"/>
                </a:solidFill>
              </a:rPr>
              <a:t>is more important than theory</a:t>
            </a:r>
            <a:endParaRPr lang="en-PH" dirty="0">
              <a:solidFill>
                <a:schemeClr val="tx1"/>
              </a:solidFill>
            </a:endParaRPr>
          </a:p>
          <a:p>
            <a:pPr marL="514350" indent="-514350" algn="l">
              <a:buFont typeface="+mj-lt"/>
              <a:buAutoNum type="alphaUcPeriod"/>
            </a:pPr>
            <a:r>
              <a:rPr lang="en-GB" dirty="0" smtClean="0">
                <a:solidFill>
                  <a:schemeClr val="tx1"/>
                </a:solidFill>
              </a:rPr>
              <a:t>One </a:t>
            </a:r>
            <a:r>
              <a:rPr lang="en-GB" dirty="0">
                <a:solidFill>
                  <a:schemeClr val="tx1"/>
                </a:solidFill>
              </a:rPr>
              <a:t>can stand without the other</a:t>
            </a:r>
            <a:endParaRPr lang="en-PH"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68. Which </a:t>
            </a:r>
            <a:r>
              <a:rPr lang="en-GB" dirty="0">
                <a:solidFill>
                  <a:schemeClr val="tx1"/>
                </a:solidFill>
              </a:rPr>
              <a:t>of the following is not among the ways to advance metacognition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Learn </a:t>
            </a:r>
            <a:r>
              <a:rPr lang="en-GB" dirty="0">
                <a:solidFill>
                  <a:schemeClr val="tx1"/>
                </a:solidFill>
              </a:rPr>
              <a:t>to organize thoughts 	</a:t>
            </a:r>
            <a:endParaRPr lang="en-GB" dirty="0" smtClean="0">
              <a:solidFill>
                <a:schemeClr val="tx1"/>
              </a:solidFill>
            </a:endParaRPr>
          </a:p>
          <a:p>
            <a:pPr marL="514350" indent="-514350" algn="l">
              <a:buFont typeface="+mj-lt"/>
              <a:buAutoNum type="alphaUcPeriod"/>
            </a:pPr>
            <a:r>
              <a:rPr lang="en-GB" dirty="0" smtClean="0">
                <a:solidFill>
                  <a:schemeClr val="tx1"/>
                </a:solidFill>
              </a:rPr>
              <a:t>Assess </a:t>
            </a:r>
            <a:r>
              <a:rPr lang="en-GB" dirty="0">
                <a:solidFill>
                  <a:schemeClr val="tx1"/>
                </a:solidFill>
              </a:rPr>
              <a:t>our thinking 	</a:t>
            </a:r>
            <a:endParaRPr lang="en-GB" dirty="0" smtClean="0">
              <a:solidFill>
                <a:schemeClr val="tx1"/>
              </a:solidFill>
            </a:endParaRPr>
          </a:p>
          <a:p>
            <a:pPr marL="514350" indent="-514350" algn="l">
              <a:buFont typeface="+mj-lt"/>
              <a:buAutoNum type="alphaUcPeriod"/>
            </a:pPr>
            <a:r>
              <a:rPr lang="en-GB" dirty="0" smtClean="0">
                <a:solidFill>
                  <a:schemeClr val="tx1"/>
                </a:solidFill>
              </a:rPr>
              <a:t>Learn </a:t>
            </a:r>
            <a:r>
              <a:rPr lang="en-GB" dirty="0">
                <a:solidFill>
                  <a:schemeClr val="tx1"/>
                </a:solidFill>
              </a:rPr>
              <a:t>how to study </a:t>
            </a:r>
            <a:endParaRPr lang="en-PH" dirty="0">
              <a:solidFill>
                <a:schemeClr val="tx1"/>
              </a:solidFill>
            </a:endParaRPr>
          </a:p>
          <a:p>
            <a:pPr marL="514350" indent="-514350" algn="l">
              <a:buFont typeface="+mj-lt"/>
              <a:buAutoNum type="alphaUcPeriod"/>
            </a:pPr>
            <a:r>
              <a:rPr lang="en-GB" dirty="0" smtClean="0">
                <a:solidFill>
                  <a:schemeClr val="tx1"/>
                </a:solidFill>
              </a:rPr>
              <a:t>Accept </a:t>
            </a:r>
            <a:r>
              <a:rPr lang="en-GB" dirty="0">
                <a:solidFill>
                  <a:schemeClr val="tx1"/>
                </a:solidFill>
              </a:rPr>
              <a:t>new knowledge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69. What </a:t>
            </a:r>
            <a:r>
              <a:rPr lang="en-GB" dirty="0">
                <a:solidFill>
                  <a:schemeClr val="tx1"/>
                </a:solidFill>
              </a:rPr>
              <a:t>is the quality of lesson content that gets the active attention of learners? </a:t>
            </a:r>
            <a:endParaRPr lang="en-PH" dirty="0">
              <a:solidFill>
                <a:schemeClr val="tx1"/>
              </a:solidFill>
            </a:endParaRPr>
          </a:p>
          <a:p>
            <a:pPr marL="514350" indent="-514350" algn="l">
              <a:buFont typeface="+mj-lt"/>
              <a:buAutoNum type="alphaUcPeriod"/>
            </a:pPr>
            <a:r>
              <a:rPr lang="en-GB" dirty="0" smtClean="0">
                <a:solidFill>
                  <a:schemeClr val="tx1"/>
                </a:solidFill>
              </a:rPr>
              <a:t>Interest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Balance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Feasibility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Self-sufficiency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70.</a:t>
            </a:r>
            <a:r>
              <a:rPr lang="en-GB" dirty="0">
                <a:solidFill>
                  <a:schemeClr val="tx1"/>
                </a:solidFill>
              </a:rPr>
              <a:t> </a:t>
            </a:r>
            <a:r>
              <a:rPr lang="en-GB" dirty="0" smtClean="0">
                <a:solidFill>
                  <a:schemeClr val="tx1"/>
                </a:solidFill>
              </a:rPr>
              <a:t>Teacher </a:t>
            </a:r>
            <a:r>
              <a:rPr lang="en-GB" dirty="0">
                <a:solidFill>
                  <a:schemeClr val="tx1"/>
                </a:solidFill>
              </a:rPr>
              <a:t>Eli observed that student Edna is behind in her development with classmates in Grade Four. What most likely </a:t>
            </a:r>
            <a:r>
              <a:rPr lang="en-GB" dirty="0" smtClean="0">
                <a:solidFill>
                  <a:schemeClr val="tx1"/>
                </a:solidFill>
              </a:rPr>
              <a:t>made </a:t>
            </a:r>
            <a:r>
              <a:rPr lang="en-GB" dirty="0">
                <a:solidFill>
                  <a:schemeClr val="tx1"/>
                </a:solidFill>
              </a:rPr>
              <a:t>him make this observation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Her </a:t>
            </a:r>
            <a:r>
              <a:rPr lang="en-GB" dirty="0">
                <a:solidFill>
                  <a:schemeClr val="tx1"/>
                </a:solidFill>
              </a:rPr>
              <a:t>not achieving a feminine role in class </a:t>
            </a:r>
            <a:endParaRPr lang="en-PH" dirty="0">
              <a:solidFill>
                <a:schemeClr val="tx1"/>
              </a:solidFill>
            </a:endParaRPr>
          </a:p>
          <a:p>
            <a:pPr marL="514350" indent="-514350" algn="l">
              <a:buFont typeface="+mj-lt"/>
              <a:buAutoNum type="alphaUcPeriod"/>
            </a:pPr>
            <a:r>
              <a:rPr lang="en-GB" dirty="0" smtClean="0">
                <a:solidFill>
                  <a:schemeClr val="tx1"/>
                </a:solidFill>
              </a:rPr>
              <a:t>Her </a:t>
            </a:r>
            <a:r>
              <a:rPr lang="en-GB" dirty="0">
                <a:solidFill>
                  <a:schemeClr val="tx1"/>
                </a:solidFill>
              </a:rPr>
              <a:t>not assuming social responsibility </a:t>
            </a:r>
            <a:endParaRPr lang="en-PH" dirty="0">
              <a:solidFill>
                <a:schemeClr val="tx1"/>
              </a:solidFill>
            </a:endParaRPr>
          </a:p>
          <a:p>
            <a:pPr marL="514350" indent="-514350" algn="l">
              <a:buFont typeface="+mj-lt"/>
              <a:buAutoNum type="alphaUcPeriod"/>
            </a:pPr>
            <a:r>
              <a:rPr lang="en-GB" dirty="0" smtClean="0">
                <a:solidFill>
                  <a:schemeClr val="tx1"/>
                </a:solidFill>
              </a:rPr>
              <a:t>Her </a:t>
            </a:r>
            <a:r>
              <a:rPr lang="en-GB" dirty="0">
                <a:solidFill>
                  <a:schemeClr val="tx1"/>
                </a:solidFill>
              </a:rPr>
              <a:t>being emotionally independent from parents </a:t>
            </a:r>
            <a:endParaRPr lang="en-PH" dirty="0">
              <a:solidFill>
                <a:schemeClr val="tx1"/>
              </a:solidFill>
            </a:endParaRPr>
          </a:p>
          <a:p>
            <a:pPr marL="514350" indent="-514350" algn="l">
              <a:buFont typeface="+mj-lt"/>
              <a:buAutoNum type="alphaUcPeriod"/>
            </a:pPr>
            <a:r>
              <a:rPr lang="en-GB" dirty="0" smtClean="0">
                <a:solidFill>
                  <a:schemeClr val="tx1"/>
                </a:solidFill>
              </a:rPr>
              <a:t>Her </a:t>
            </a:r>
            <a:r>
              <a:rPr lang="en-GB" dirty="0">
                <a:solidFill>
                  <a:schemeClr val="tx1"/>
                </a:solidFill>
              </a:rPr>
              <a:t>not getting along with age-mates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71. What </a:t>
            </a:r>
            <a:r>
              <a:rPr lang="en-GB" dirty="0">
                <a:solidFill>
                  <a:schemeClr val="tx1"/>
                </a:solidFill>
              </a:rPr>
              <a:t>aspect of lesson content is important in the process of metacognition? </a:t>
            </a:r>
            <a:endParaRPr lang="en-PH" dirty="0">
              <a:solidFill>
                <a:schemeClr val="tx1"/>
              </a:solidFill>
            </a:endParaRPr>
          </a:p>
          <a:p>
            <a:pPr marL="514350" indent="-514350" algn="l">
              <a:buFont typeface="+mj-lt"/>
              <a:buAutoNum type="alphaUcPeriod"/>
            </a:pPr>
            <a:r>
              <a:rPr lang="en-GB" dirty="0" smtClean="0">
                <a:solidFill>
                  <a:schemeClr val="tx1"/>
                </a:solidFill>
              </a:rPr>
              <a:t>Content </a:t>
            </a:r>
            <a:r>
              <a:rPr lang="en-GB" dirty="0">
                <a:solidFill>
                  <a:schemeClr val="tx1"/>
                </a:solidFill>
              </a:rPr>
              <a:t>pattern 	</a:t>
            </a:r>
            <a:endParaRPr lang="en-GB" dirty="0" smtClean="0">
              <a:solidFill>
                <a:schemeClr val="tx1"/>
              </a:solidFill>
            </a:endParaRPr>
          </a:p>
          <a:p>
            <a:pPr marL="514350" indent="-514350" algn="l">
              <a:buFont typeface="+mj-lt"/>
              <a:buAutoNum type="alphaUcPeriod"/>
            </a:pPr>
            <a:r>
              <a:rPr lang="en-GB" dirty="0" smtClean="0">
                <a:solidFill>
                  <a:schemeClr val="tx1"/>
                </a:solidFill>
              </a:rPr>
              <a:t>Content data</a:t>
            </a:r>
          </a:p>
          <a:p>
            <a:pPr marL="514350" indent="-514350" algn="l">
              <a:buFont typeface="+mj-lt"/>
              <a:buAutoNum type="alphaUcPeriod"/>
            </a:pPr>
            <a:r>
              <a:rPr lang="en-GB" dirty="0" smtClean="0">
                <a:solidFill>
                  <a:schemeClr val="tx1"/>
                </a:solidFill>
              </a:rPr>
              <a:t>Content </a:t>
            </a:r>
            <a:r>
              <a:rPr lang="en-GB" dirty="0">
                <a:solidFill>
                  <a:schemeClr val="tx1"/>
                </a:solidFill>
              </a:rPr>
              <a:t>construct </a:t>
            </a:r>
            <a:endParaRPr lang="en-GB" dirty="0" smtClean="0">
              <a:solidFill>
                <a:schemeClr val="tx1"/>
              </a:solidFill>
            </a:endParaRPr>
          </a:p>
          <a:p>
            <a:pPr marL="514350" indent="-514350" algn="l">
              <a:buFont typeface="+mj-lt"/>
              <a:buAutoNum type="alphaUcPeriod"/>
            </a:pPr>
            <a:r>
              <a:rPr lang="en-GB" dirty="0" smtClean="0">
                <a:solidFill>
                  <a:schemeClr val="tx1"/>
                </a:solidFill>
              </a:rPr>
              <a:t>Content </a:t>
            </a:r>
            <a:r>
              <a:rPr lang="en-GB" dirty="0">
                <a:solidFill>
                  <a:schemeClr val="tx1"/>
                </a:solidFill>
              </a:rPr>
              <a:t>meaning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72. Of </a:t>
            </a:r>
            <a:r>
              <a:rPr lang="en-GB" dirty="0">
                <a:solidFill>
                  <a:schemeClr val="tx1"/>
                </a:solidFill>
              </a:rPr>
              <a:t>the following, which is an instance when teachers lead students toward the metacognition? </a:t>
            </a:r>
            <a:endParaRPr lang="en-PH" dirty="0">
              <a:solidFill>
                <a:schemeClr val="tx1"/>
              </a:solidFill>
            </a:endParaRPr>
          </a:p>
          <a:p>
            <a:pPr marL="514350" indent="-514350" algn="l">
              <a:buFont typeface="+mj-lt"/>
              <a:buAutoNum type="alphaUcPeriod"/>
            </a:pPr>
            <a:r>
              <a:rPr lang="en-GB" dirty="0" smtClean="0">
                <a:solidFill>
                  <a:schemeClr val="tx1"/>
                </a:solidFill>
              </a:rPr>
              <a:t>Explaining </a:t>
            </a:r>
            <a:r>
              <a:rPr lang="en-GB" dirty="0">
                <a:solidFill>
                  <a:schemeClr val="tx1"/>
                </a:solidFill>
              </a:rPr>
              <a:t>learning </a:t>
            </a:r>
            <a:r>
              <a:rPr lang="en-GB" dirty="0" smtClean="0">
                <a:solidFill>
                  <a:schemeClr val="tx1"/>
                </a:solidFill>
              </a:rPr>
              <a:t>objectives</a:t>
            </a:r>
          </a:p>
          <a:p>
            <a:pPr marL="514350" indent="-514350" algn="l">
              <a:buFont typeface="+mj-lt"/>
              <a:buAutoNum type="alphaUcPeriod"/>
            </a:pPr>
            <a:r>
              <a:rPr lang="en-GB" dirty="0" smtClean="0">
                <a:solidFill>
                  <a:schemeClr val="tx1"/>
                </a:solidFill>
              </a:rPr>
              <a:t>Outlining </a:t>
            </a:r>
            <a:r>
              <a:rPr lang="en-GB" dirty="0">
                <a:solidFill>
                  <a:schemeClr val="tx1"/>
                </a:solidFill>
              </a:rPr>
              <a:t>parts of a lesson </a:t>
            </a:r>
            <a:endParaRPr lang="en-GB" dirty="0" smtClean="0">
              <a:solidFill>
                <a:schemeClr val="tx1"/>
              </a:solidFill>
            </a:endParaRPr>
          </a:p>
          <a:p>
            <a:pPr marL="514350" indent="-514350" algn="l">
              <a:buFont typeface="+mj-lt"/>
              <a:buAutoNum type="alphaUcPeriod"/>
            </a:pPr>
            <a:r>
              <a:rPr lang="en-GB" dirty="0" smtClean="0">
                <a:solidFill>
                  <a:schemeClr val="tx1"/>
                </a:solidFill>
              </a:rPr>
              <a:t>Asking </a:t>
            </a:r>
            <a:r>
              <a:rPr lang="en-GB" dirty="0">
                <a:solidFill>
                  <a:schemeClr val="tx1"/>
                </a:solidFill>
              </a:rPr>
              <a:t>students to predict outcomes 		</a:t>
            </a:r>
            <a:endParaRPr lang="en-PH" dirty="0">
              <a:solidFill>
                <a:schemeClr val="tx1"/>
              </a:solidFill>
            </a:endParaRPr>
          </a:p>
          <a:p>
            <a:pPr marL="514350" indent="-514350" algn="l">
              <a:buFont typeface="+mj-lt"/>
              <a:buAutoNum type="alphaUcPeriod"/>
            </a:pPr>
            <a:r>
              <a:rPr lang="en-GB" dirty="0" smtClean="0">
                <a:solidFill>
                  <a:schemeClr val="tx1"/>
                </a:solidFill>
              </a:rPr>
              <a:t>Introducing </a:t>
            </a:r>
            <a:r>
              <a:rPr lang="en-GB" dirty="0">
                <a:solidFill>
                  <a:schemeClr val="tx1"/>
                </a:solidFill>
              </a:rPr>
              <a:t>topic of discussion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73. How </a:t>
            </a:r>
            <a:r>
              <a:rPr lang="en-GB" dirty="0">
                <a:solidFill>
                  <a:schemeClr val="tx1"/>
                </a:solidFill>
              </a:rPr>
              <a:t>is Plato’s contemplative use of the mind best characterized? </a:t>
            </a:r>
            <a:endParaRPr lang="en-PH" dirty="0">
              <a:solidFill>
                <a:schemeClr val="tx1"/>
              </a:solidFill>
            </a:endParaRPr>
          </a:p>
          <a:p>
            <a:pPr marL="514350" indent="-514350" algn="l">
              <a:buFont typeface="+mj-lt"/>
              <a:buAutoNum type="alphaUcPeriod"/>
            </a:pPr>
            <a:r>
              <a:rPr lang="en-GB" dirty="0" smtClean="0">
                <a:solidFill>
                  <a:schemeClr val="tx1"/>
                </a:solidFill>
              </a:rPr>
              <a:t>Creative</a:t>
            </a:r>
          </a:p>
          <a:p>
            <a:pPr marL="514350" indent="-514350" algn="l">
              <a:buFont typeface="+mj-lt"/>
              <a:buAutoNum type="alphaUcPeriod"/>
            </a:pPr>
            <a:r>
              <a:rPr lang="en-GB" dirty="0" smtClean="0">
                <a:solidFill>
                  <a:schemeClr val="tx1"/>
                </a:solidFill>
              </a:rPr>
              <a:t>Interactive </a:t>
            </a:r>
          </a:p>
          <a:p>
            <a:pPr marL="514350" indent="-514350" algn="l">
              <a:buFont typeface="+mj-lt"/>
              <a:buAutoNum type="alphaUcPeriod"/>
            </a:pPr>
            <a:r>
              <a:rPr lang="en-GB" dirty="0" smtClean="0">
                <a:solidFill>
                  <a:schemeClr val="tx1"/>
                </a:solidFill>
              </a:rPr>
              <a:t>Rote </a:t>
            </a:r>
            <a:r>
              <a:rPr lang="en-GB" dirty="0">
                <a:solidFill>
                  <a:schemeClr val="tx1"/>
                </a:solidFill>
              </a:rPr>
              <a:t>or </a:t>
            </a:r>
            <a:r>
              <a:rPr lang="en-GB" dirty="0" smtClean="0">
                <a:solidFill>
                  <a:schemeClr val="tx1"/>
                </a:solidFill>
              </a:rPr>
              <a:t>routine</a:t>
            </a:r>
          </a:p>
          <a:p>
            <a:pPr marL="514350" indent="-514350" algn="l">
              <a:buFont typeface="+mj-lt"/>
              <a:buAutoNum type="alphaUcPeriod"/>
            </a:pPr>
            <a:r>
              <a:rPr lang="en-GB" dirty="0" smtClean="0">
                <a:solidFill>
                  <a:schemeClr val="tx1"/>
                </a:solidFill>
              </a:rPr>
              <a:t>Introspective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74. On </a:t>
            </a:r>
            <a:r>
              <a:rPr lang="en-GB" dirty="0">
                <a:solidFill>
                  <a:schemeClr val="tx1"/>
                </a:solidFill>
              </a:rPr>
              <a:t>clusters of meaningful learning activities, which does not belong to bodily-kinesthetic learning activities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Story </a:t>
            </a:r>
            <a:r>
              <a:rPr lang="en-GB" dirty="0">
                <a:solidFill>
                  <a:schemeClr val="tx1"/>
                </a:solidFill>
              </a:rPr>
              <a:t>telling	</a:t>
            </a:r>
            <a:endParaRPr lang="en-GB" dirty="0" smtClean="0">
              <a:solidFill>
                <a:schemeClr val="tx1"/>
              </a:solidFill>
            </a:endParaRPr>
          </a:p>
          <a:p>
            <a:pPr marL="514350" indent="-514350" algn="l">
              <a:buFont typeface="+mj-lt"/>
              <a:buAutoNum type="alphaUcPeriod"/>
            </a:pPr>
            <a:r>
              <a:rPr lang="en-GB" dirty="0" smtClean="0">
                <a:solidFill>
                  <a:schemeClr val="tx1"/>
                </a:solidFill>
              </a:rPr>
              <a:t>Hands-on </a:t>
            </a:r>
            <a:r>
              <a:rPr lang="en-GB" dirty="0">
                <a:solidFill>
                  <a:schemeClr val="tx1"/>
                </a:solidFill>
              </a:rPr>
              <a:t>demonstration		</a:t>
            </a:r>
            <a:endParaRPr lang="en-GB" dirty="0" smtClean="0">
              <a:solidFill>
                <a:schemeClr val="tx1"/>
              </a:solidFill>
            </a:endParaRPr>
          </a:p>
          <a:p>
            <a:pPr marL="514350" indent="-514350" algn="l">
              <a:buFont typeface="+mj-lt"/>
              <a:buAutoNum type="alphaUcPeriod"/>
            </a:pPr>
            <a:r>
              <a:rPr lang="en-GB" dirty="0" smtClean="0">
                <a:solidFill>
                  <a:schemeClr val="tx1"/>
                </a:solidFill>
              </a:rPr>
              <a:t>Dance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Role-playing</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75. Which </a:t>
            </a:r>
            <a:r>
              <a:rPr lang="en-GB" dirty="0">
                <a:solidFill>
                  <a:schemeClr val="tx1"/>
                </a:solidFill>
              </a:rPr>
              <a:t>is the ability to know without being frustrated by ambiguous ideas? </a:t>
            </a:r>
            <a:endParaRPr lang="en-PH" dirty="0">
              <a:solidFill>
                <a:schemeClr val="tx1"/>
              </a:solidFill>
            </a:endParaRPr>
          </a:p>
          <a:p>
            <a:pPr marL="514350" indent="-514350" algn="l">
              <a:buFont typeface="+mj-lt"/>
              <a:buAutoNum type="alphaUcPeriod"/>
            </a:pPr>
            <a:r>
              <a:rPr lang="en-GB" dirty="0" smtClean="0">
                <a:solidFill>
                  <a:schemeClr val="tx1"/>
                </a:solidFill>
              </a:rPr>
              <a:t>Focus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Tolerance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Shaping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Intuition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76. Of </a:t>
            </a:r>
            <a:r>
              <a:rPr lang="en-GB" dirty="0">
                <a:solidFill>
                  <a:schemeClr val="tx1"/>
                </a:solidFill>
              </a:rPr>
              <a:t>the following classroom activities, which best relate to child visual learning and development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Drawing </a:t>
            </a:r>
            <a:r>
              <a:rPr lang="en-GB" dirty="0">
                <a:solidFill>
                  <a:schemeClr val="tx1"/>
                </a:solidFill>
              </a:rPr>
              <a:t>and </a:t>
            </a:r>
            <a:r>
              <a:rPr lang="en-GB" dirty="0" smtClean="0">
                <a:solidFill>
                  <a:schemeClr val="tx1"/>
                </a:solidFill>
              </a:rPr>
              <a:t>coloring</a:t>
            </a:r>
            <a:endParaRPr lang="en-GB" dirty="0">
              <a:solidFill>
                <a:schemeClr val="tx1"/>
              </a:solidFill>
            </a:endParaRPr>
          </a:p>
          <a:p>
            <a:pPr marL="514350" indent="-514350" algn="l">
              <a:buFont typeface="+mj-lt"/>
              <a:buAutoNum type="alphaUcPeriod"/>
            </a:pPr>
            <a:r>
              <a:rPr lang="en-GB" dirty="0" smtClean="0">
                <a:solidFill>
                  <a:schemeClr val="tx1"/>
                </a:solidFill>
              </a:rPr>
              <a:t>Singing </a:t>
            </a:r>
            <a:r>
              <a:rPr lang="en-GB" dirty="0">
                <a:solidFill>
                  <a:schemeClr val="tx1"/>
                </a:solidFill>
              </a:rPr>
              <a:t>and </a:t>
            </a:r>
            <a:r>
              <a:rPr lang="en-GB" dirty="0" smtClean="0">
                <a:solidFill>
                  <a:schemeClr val="tx1"/>
                </a:solidFill>
              </a:rPr>
              <a:t>acting</a:t>
            </a:r>
          </a:p>
          <a:p>
            <a:pPr marL="514350" indent="-514350" algn="l">
              <a:buFont typeface="+mj-lt"/>
              <a:buAutoNum type="alphaUcPeriod"/>
            </a:pPr>
            <a:r>
              <a:rPr lang="en-GB" dirty="0" smtClean="0">
                <a:solidFill>
                  <a:schemeClr val="tx1"/>
                </a:solidFill>
              </a:rPr>
              <a:t>Textbook reading</a:t>
            </a:r>
            <a:endParaRPr lang="en-PH" dirty="0">
              <a:solidFill>
                <a:schemeClr val="tx1"/>
              </a:solidFill>
            </a:endParaRPr>
          </a:p>
          <a:p>
            <a:pPr marL="514350" indent="-514350" algn="l">
              <a:buFont typeface="+mj-lt"/>
              <a:buAutoNum type="alphaUcPeriod"/>
            </a:pPr>
            <a:r>
              <a:rPr lang="en-GB" dirty="0" smtClean="0">
                <a:solidFill>
                  <a:schemeClr val="tx1"/>
                </a:solidFill>
              </a:rPr>
              <a:t>Games </a:t>
            </a:r>
            <a:r>
              <a:rPr lang="en-GB" dirty="0">
                <a:solidFill>
                  <a:schemeClr val="tx1"/>
                </a:solidFill>
              </a:rPr>
              <a:t>and sports</a:t>
            </a:r>
            <a:r>
              <a:rPr lang="en-GB" b="1" dirty="0">
                <a:solidFill>
                  <a:schemeClr val="tx1"/>
                </a:solidFill>
              </a:rPr>
              <a: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77. Which </a:t>
            </a:r>
            <a:r>
              <a:rPr lang="en-GB" dirty="0">
                <a:solidFill>
                  <a:schemeClr val="tx1"/>
                </a:solidFill>
              </a:rPr>
              <a:t>of the following manifestations among students show they are high in spatial intelligence? </a:t>
            </a:r>
            <a:endParaRPr lang="en-PH" dirty="0">
              <a:solidFill>
                <a:schemeClr val="tx1"/>
              </a:solidFill>
            </a:endParaRPr>
          </a:p>
          <a:p>
            <a:pPr marL="514350" indent="-514350" algn="l">
              <a:buFont typeface="+mj-lt"/>
              <a:buAutoNum type="alphaUcPeriod"/>
            </a:pPr>
            <a:r>
              <a:rPr lang="en-GB" dirty="0" smtClean="0">
                <a:solidFill>
                  <a:schemeClr val="tx1"/>
                </a:solidFill>
              </a:rPr>
              <a:t>Drawing </a:t>
            </a:r>
            <a:r>
              <a:rPr lang="en-GB" dirty="0">
                <a:solidFill>
                  <a:schemeClr val="tx1"/>
                </a:solidFill>
              </a:rPr>
              <a:t>and sketching </a:t>
            </a:r>
          </a:p>
          <a:p>
            <a:pPr marL="514350" indent="-514350" algn="l">
              <a:buFont typeface="+mj-lt"/>
              <a:buAutoNum type="alphaUcPeriod"/>
            </a:pPr>
            <a:r>
              <a:rPr lang="en-GB" dirty="0" smtClean="0">
                <a:solidFill>
                  <a:schemeClr val="tx1"/>
                </a:solidFill>
              </a:rPr>
              <a:t>Classifying </a:t>
            </a:r>
            <a:r>
              <a:rPr lang="en-GB" dirty="0">
                <a:solidFill>
                  <a:schemeClr val="tx1"/>
                </a:solidFill>
              </a:rPr>
              <a:t>natural objects 	</a:t>
            </a:r>
            <a:endParaRPr lang="en-GB" dirty="0" smtClean="0">
              <a:solidFill>
                <a:schemeClr val="tx1"/>
              </a:solidFill>
            </a:endParaRPr>
          </a:p>
          <a:p>
            <a:pPr marL="514350" indent="-514350" algn="l">
              <a:buFont typeface="+mj-lt"/>
              <a:buAutoNum type="alphaUcPeriod"/>
            </a:pPr>
            <a:r>
              <a:rPr lang="en-GB" dirty="0" smtClean="0">
                <a:solidFill>
                  <a:schemeClr val="tx1"/>
                </a:solidFill>
              </a:rPr>
              <a:t>Setting </a:t>
            </a:r>
            <a:r>
              <a:rPr lang="en-GB" dirty="0">
                <a:solidFill>
                  <a:schemeClr val="tx1"/>
                </a:solidFill>
              </a:rPr>
              <a:t>goals </a:t>
            </a:r>
            <a:endParaRPr lang="en-PH" dirty="0">
              <a:solidFill>
                <a:schemeClr val="tx1"/>
              </a:solidFill>
            </a:endParaRPr>
          </a:p>
          <a:p>
            <a:pPr marL="514350" indent="-514350" algn="l">
              <a:buFont typeface="+mj-lt"/>
              <a:buAutoNum type="alphaUcPeriod"/>
            </a:pPr>
            <a:r>
              <a:rPr lang="en-GB" dirty="0" smtClean="0">
                <a:solidFill>
                  <a:schemeClr val="tx1"/>
                </a:solidFill>
              </a:rPr>
              <a:t>Making </a:t>
            </a:r>
            <a:r>
              <a:rPr lang="en-GB" dirty="0">
                <a:solidFill>
                  <a:schemeClr val="tx1"/>
                </a:solidFill>
              </a:rPr>
              <a:t>calculations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78. What </a:t>
            </a:r>
            <a:r>
              <a:rPr lang="en-GB" dirty="0">
                <a:solidFill>
                  <a:schemeClr val="tx1"/>
                </a:solidFill>
              </a:rPr>
              <a:t>is the foundation of all cognitive objectives that paves the way for higher thinking skills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Comprehension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Analysis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Synthesis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Knowledge</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79. In </a:t>
            </a:r>
            <a:r>
              <a:rPr lang="en-GB" dirty="0">
                <a:solidFill>
                  <a:schemeClr val="tx1"/>
                </a:solidFill>
              </a:rPr>
              <a:t>his History class, teacher Naomi uses a current events IQ contest to determine champions in identifying people, </a:t>
            </a:r>
            <a:r>
              <a:rPr lang="en-GB" dirty="0" smtClean="0">
                <a:solidFill>
                  <a:schemeClr val="tx1"/>
                </a:solidFill>
              </a:rPr>
              <a:t>places</a:t>
            </a:r>
            <a:r>
              <a:rPr lang="en-GB" dirty="0">
                <a:solidFill>
                  <a:schemeClr val="tx1"/>
                </a:solidFill>
              </a:rPr>
              <a:t>, and events. What learning objective/outcome does she aim to achieve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Application</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Knowledge </a:t>
            </a:r>
            <a:r>
              <a:rPr lang="en-GB" dirty="0">
                <a:solidFill>
                  <a:schemeClr val="tx1"/>
                </a:solidFill>
              </a:rPr>
              <a:t>or recall	</a:t>
            </a:r>
            <a:endParaRPr lang="en-GB" dirty="0" smtClean="0">
              <a:solidFill>
                <a:schemeClr val="tx1"/>
              </a:solidFill>
            </a:endParaRPr>
          </a:p>
          <a:p>
            <a:pPr marL="514350" indent="-514350" algn="l">
              <a:buFont typeface="+mj-lt"/>
              <a:buAutoNum type="alphaUcPeriod"/>
            </a:pPr>
            <a:r>
              <a:rPr lang="en-GB" dirty="0" smtClean="0">
                <a:solidFill>
                  <a:schemeClr val="tx1"/>
                </a:solidFill>
              </a:rPr>
              <a:t>Responding</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Perpetual </a:t>
            </a:r>
            <a:r>
              <a:rPr lang="en-GB" dirty="0">
                <a:solidFill>
                  <a:schemeClr val="tx1"/>
                </a:solidFill>
              </a:rPr>
              <a:t>abilities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80. What </a:t>
            </a:r>
            <a:r>
              <a:rPr lang="en-GB" dirty="0">
                <a:solidFill>
                  <a:schemeClr val="tx1"/>
                </a:solidFill>
              </a:rPr>
              <a:t>is the cognitive ability to break and consider concepts through component parts?</a:t>
            </a:r>
            <a:endParaRPr lang="en-PH" dirty="0">
              <a:solidFill>
                <a:schemeClr val="tx1"/>
              </a:solidFill>
            </a:endParaRPr>
          </a:p>
          <a:p>
            <a:pPr marL="514350" indent="-514350" algn="l">
              <a:buFont typeface="+mj-lt"/>
              <a:buAutoNum type="alphaUcPeriod"/>
            </a:pPr>
            <a:r>
              <a:rPr lang="en-GB" dirty="0" smtClean="0">
                <a:solidFill>
                  <a:schemeClr val="tx1"/>
                </a:solidFill>
              </a:rPr>
              <a:t>Analysis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Shaping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Intuition</a:t>
            </a:r>
          </a:p>
          <a:p>
            <a:pPr marL="514350" indent="-514350" algn="l">
              <a:buFont typeface="+mj-lt"/>
              <a:buAutoNum type="alphaUcPeriod"/>
            </a:pPr>
            <a:r>
              <a:rPr lang="en-GB" dirty="0" smtClean="0">
                <a:solidFill>
                  <a:schemeClr val="tx1"/>
                </a:solidFill>
              </a:rPr>
              <a:t>Synthesis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81. In </a:t>
            </a:r>
            <a:r>
              <a:rPr lang="en-GB" dirty="0">
                <a:solidFill>
                  <a:schemeClr val="tx1"/>
                </a:solidFill>
              </a:rPr>
              <a:t>his speech class, teacher Rod uses poetry dramatic reading by students, using movements (gestures, facial </a:t>
            </a:r>
            <a:r>
              <a:rPr lang="en-GB" dirty="0" smtClean="0">
                <a:solidFill>
                  <a:schemeClr val="tx1"/>
                </a:solidFill>
              </a:rPr>
              <a:t>expressions</a:t>
            </a:r>
            <a:r>
              <a:rPr lang="en-GB" dirty="0">
                <a:solidFill>
                  <a:schemeClr val="tx1"/>
                </a:solidFill>
              </a:rPr>
              <a:t>, creative movements, etc). What learning objectives or outcome is he looking for</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Non-discursive communication</a:t>
            </a:r>
          </a:p>
          <a:p>
            <a:pPr marL="514350" indent="-514350" algn="l">
              <a:buFont typeface="+mj-lt"/>
              <a:buAutoNum type="alphaUcPeriod"/>
            </a:pPr>
            <a:r>
              <a:rPr lang="en-GB" dirty="0" smtClean="0">
                <a:solidFill>
                  <a:schemeClr val="tx1"/>
                </a:solidFill>
              </a:rPr>
              <a:t>Reflex </a:t>
            </a:r>
            <a:r>
              <a:rPr lang="en-GB" dirty="0">
                <a:solidFill>
                  <a:schemeClr val="tx1"/>
                </a:solidFill>
              </a:rPr>
              <a:t>movements	</a:t>
            </a:r>
            <a:endParaRPr lang="en-GB" dirty="0" smtClean="0">
              <a:solidFill>
                <a:schemeClr val="tx1"/>
              </a:solidFill>
            </a:endParaRPr>
          </a:p>
          <a:p>
            <a:pPr marL="514350" indent="-514350" algn="l">
              <a:buFont typeface="+mj-lt"/>
              <a:buAutoNum type="alphaUcPeriod"/>
            </a:pPr>
            <a:r>
              <a:rPr lang="en-GB" dirty="0" smtClean="0">
                <a:solidFill>
                  <a:schemeClr val="tx1"/>
                </a:solidFill>
              </a:rPr>
              <a:t>Skilled </a:t>
            </a:r>
            <a:r>
              <a:rPr lang="en-GB" dirty="0">
                <a:solidFill>
                  <a:schemeClr val="tx1"/>
                </a:solidFill>
              </a:rPr>
              <a:t>movements</a:t>
            </a:r>
            <a:endParaRPr lang="en-PH" dirty="0">
              <a:solidFill>
                <a:schemeClr val="tx1"/>
              </a:solidFill>
            </a:endParaRPr>
          </a:p>
          <a:p>
            <a:pPr marL="514350" indent="-514350" algn="l">
              <a:buFont typeface="+mj-lt"/>
              <a:buAutoNum type="alphaUcPeriod"/>
            </a:pPr>
            <a:r>
              <a:rPr lang="en-GB" dirty="0" smtClean="0">
                <a:solidFill>
                  <a:schemeClr val="tx1"/>
                </a:solidFill>
              </a:rPr>
              <a:t>Characterization</a:t>
            </a:r>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4092180918"/>
              </p:ext>
            </p:extLst>
          </p:nvPr>
        </p:nvGraphicFramePr>
        <p:xfrm>
          <a:off x="152400" y="228600"/>
          <a:ext cx="8534400" cy="6324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9380193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82. On </a:t>
            </a:r>
            <a:r>
              <a:rPr lang="en-GB" dirty="0">
                <a:solidFill>
                  <a:schemeClr val="tx1"/>
                </a:solidFill>
              </a:rPr>
              <a:t>motivational assessment, which is the noblest motive for entering into a profession, e.g. teaching</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Promise </a:t>
            </a:r>
            <a:r>
              <a:rPr lang="en-GB" dirty="0">
                <a:solidFill>
                  <a:schemeClr val="tx1"/>
                </a:solidFill>
              </a:rPr>
              <a:t>of high pay and </a:t>
            </a:r>
            <a:r>
              <a:rPr lang="en-GB" dirty="0" smtClean="0">
                <a:solidFill>
                  <a:schemeClr val="tx1"/>
                </a:solidFill>
              </a:rPr>
              <a:t>rewards</a:t>
            </a:r>
          </a:p>
          <a:p>
            <a:pPr marL="514350" indent="-514350" algn="l">
              <a:buFont typeface="+mj-lt"/>
              <a:buAutoNum type="alphaUcPeriod"/>
            </a:pPr>
            <a:r>
              <a:rPr lang="en-GB" dirty="0" smtClean="0">
                <a:solidFill>
                  <a:schemeClr val="tx1"/>
                </a:solidFill>
              </a:rPr>
              <a:t>Social </a:t>
            </a:r>
            <a:r>
              <a:rPr lang="en-GB" dirty="0">
                <a:solidFill>
                  <a:schemeClr val="tx1"/>
                </a:solidFill>
              </a:rPr>
              <a:t>service 	</a:t>
            </a:r>
            <a:endParaRPr lang="en-GB" dirty="0" smtClean="0">
              <a:solidFill>
                <a:schemeClr val="tx1"/>
              </a:solidFill>
            </a:endParaRPr>
          </a:p>
          <a:p>
            <a:pPr marL="514350" indent="-514350" algn="l">
              <a:buFont typeface="+mj-lt"/>
              <a:buAutoNum type="alphaUcPeriod"/>
            </a:pPr>
            <a:r>
              <a:rPr lang="en-GB" dirty="0" smtClean="0">
                <a:solidFill>
                  <a:schemeClr val="tx1"/>
                </a:solidFill>
              </a:rPr>
              <a:t>Prestige </a:t>
            </a:r>
            <a:r>
              <a:rPr lang="en-GB" dirty="0">
                <a:solidFill>
                  <a:schemeClr val="tx1"/>
                </a:solidFill>
              </a:rPr>
              <a:t>and position </a:t>
            </a:r>
            <a:endParaRPr lang="en-PH" dirty="0">
              <a:solidFill>
                <a:schemeClr val="tx1"/>
              </a:solidFill>
            </a:endParaRPr>
          </a:p>
          <a:p>
            <a:pPr marL="514350" indent="-514350" algn="l">
              <a:buFont typeface="+mj-lt"/>
              <a:buAutoNum type="alphaUcPeriod"/>
            </a:pPr>
            <a:r>
              <a:rPr lang="en-GB" dirty="0" smtClean="0">
                <a:solidFill>
                  <a:schemeClr val="tx1"/>
                </a:solidFill>
              </a:rPr>
              <a:t>Economic </a:t>
            </a:r>
            <a:r>
              <a:rPr lang="en-GB" dirty="0">
                <a:solidFill>
                  <a:schemeClr val="tx1"/>
                </a:solidFill>
              </a:rPr>
              <a:t>security</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0896" y="1534418"/>
            <a:ext cx="1413596" cy="3485852"/>
          </a:xfrm>
          <a:prstGeom prst="rect">
            <a:avLst/>
          </a:prstGeom>
        </p:spPr>
      </p:pic>
      <p:pic>
        <p:nvPicPr>
          <p:cNvPr id="6146" name="Picture 2" descr="Image result for motivation 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1801091" y="5185521"/>
            <a:ext cx="5242757" cy="86565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intrinsic and extrinsic motiv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053273"/>
            <a:ext cx="7655653" cy="3966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1261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nodeType="clickEffect">
                                  <p:stCondLst>
                                    <p:cond delay="0"/>
                                  </p:stCondLst>
                                  <p:childTnLst>
                                    <p:animEffect transition="out" filter="fade">
                                      <p:cBhvr>
                                        <p:cTn id="13" dur="1000"/>
                                        <p:tgtEl>
                                          <p:spTgt spid="2"/>
                                        </p:tgtEl>
                                      </p:cBhvr>
                                    </p:animEffect>
                                    <p:anim calcmode="lin" valueType="num">
                                      <p:cBhvr>
                                        <p:cTn id="14" dur="1000"/>
                                        <p:tgtEl>
                                          <p:spTgt spid="2"/>
                                        </p:tgtEl>
                                        <p:attrNameLst>
                                          <p:attrName>ppt_x</p:attrName>
                                        </p:attrNameLst>
                                      </p:cBhvr>
                                      <p:tavLst>
                                        <p:tav tm="0">
                                          <p:val>
                                            <p:strVal val="ppt_x"/>
                                          </p:val>
                                        </p:tav>
                                        <p:tav tm="100000">
                                          <p:val>
                                            <p:strVal val="ppt_x"/>
                                          </p:val>
                                        </p:tav>
                                      </p:tavLst>
                                    </p:anim>
                                    <p:anim calcmode="lin" valueType="num">
                                      <p:cBhvr>
                                        <p:cTn id="15" dur="1000"/>
                                        <p:tgtEl>
                                          <p:spTgt spid="2"/>
                                        </p:tgtEl>
                                        <p:attrNameLst>
                                          <p:attrName>ppt_y</p:attrName>
                                        </p:attrNameLst>
                                      </p:cBhvr>
                                      <p:tavLst>
                                        <p:tav tm="0">
                                          <p:val>
                                            <p:strVal val="ppt_y"/>
                                          </p:val>
                                        </p:tav>
                                        <p:tav tm="100000">
                                          <p:val>
                                            <p:strVal val="ppt_y+.1"/>
                                          </p:val>
                                        </p:tav>
                                      </p:tavLst>
                                    </p:anim>
                                    <p:set>
                                      <p:cBhvr>
                                        <p:cTn id="16" dur="1" fill="hold">
                                          <p:stCondLst>
                                            <p:cond delay="999"/>
                                          </p:stCondLst>
                                        </p:cTn>
                                        <p:tgtEl>
                                          <p:spTgt spid="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148"/>
                                        </p:tgtEl>
                                        <p:attrNameLst>
                                          <p:attrName>style.visibility</p:attrName>
                                        </p:attrNameLst>
                                      </p:cBhvr>
                                      <p:to>
                                        <p:strVal val="visible"/>
                                      </p:to>
                                    </p:set>
                                    <p:animEffect transition="in" filter="fade">
                                      <p:cBhvr>
                                        <p:cTn id="21" dur="1000"/>
                                        <p:tgtEl>
                                          <p:spTgt spid="6148"/>
                                        </p:tgtEl>
                                      </p:cBhvr>
                                    </p:animEffect>
                                    <p:anim calcmode="lin" valueType="num">
                                      <p:cBhvr>
                                        <p:cTn id="22" dur="1000" fill="hold"/>
                                        <p:tgtEl>
                                          <p:spTgt spid="6148"/>
                                        </p:tgtEl>
                                        <p:attrNameLst>
                                          <p:attrName>ppt_x</p:attrName>
                                        </p:attrNameLst>
                                      </p:cBhvr>
                                      <p:tavLst>
                                        <p:tav tm="0">
                                          <p:val>
                                            <p:strVal val="#ppt_x"/>
                                          </p:val>
                                        </p:tav>
                                        <p:tav tm="100000">
                                          <p:val>
                                            <p:strVal val="#ppt_x"/>
                                          </p:val>
                                        </p:tav>
                                      </p:tavLst>
                                    </p:anim>
                                    <p:anim calcmode="lin" valueType="num">
                                      <p:cBhvr>
                                        <p:cTn id="23" dur="1000" fill="hold"/>
                                        <p:tgtEl>
                                          <p:spTgt spid="6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83. Of </a:t>
            </a:r>
            <a:r>
              <a:rPr lang="en-GB" dirty="0">
                <a:solidFill>
                  <a:schemeClr val="tx1"/>
                </a:solidFill>
              </a:rPr>
              <a:t>the following, which is the most conducive for authentic assessment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Complex </a:t>
            </a:r>
            <a:r>
              <a:rPr lang="en-GB" dirty="0">
                <a:solidFill>
                  <a:schemeClr val="tx1"/>
                </a:solidFill>
              </a:rPr>
              <a:t>multiple-choice </a:t>
            </a:r>
            <a:r>
              <a:rPr lang="en-GB" dirty="0" smtClean="0">
                <a:solidFill>
                  <a:schemeClr val="tx1"/>
                </a:solidFill>
              </a:rPr>
              <a:t>test</a:t>
            </a:r>
          </a:p>
          <a:p>
            <a:pPr marL="514350" indent="-514350" algn="l">
              <a:buFont typeface="+mj-lt"/>
              <a:buAutoNum type="alphaUcPeriod"/>
            </a:pPr>
            <a:r>
              <a:rPr lang="en-GB" dirty="0" smtClean="0">
                <a:solidFill>
                  <a:schemeClr val="tx1"/>
                </a:solidFill>
              </a:rPr>
              <a:t>Performance drill</a:t>
            </a:r>
          </a:p>
          <a:p>
            <a:pPr marL="514350" indent="-514350" algn="l">
              <a:buFont typeface="+mj-lt"/>
              <a:buAutoNum type="alphaUcPeriod"/>
            </a:pPr>
            <a:r>
              <a:rPr lang="en-GB" dirty="0" smtClean="0">
                <a:solidFill>
                  <a:schemeClr val="tx1"/>
                </a:solidFill>
              </a:rPr>
              <a:t>De-contextualized </a:t>
            </a:r>
            <a:r>
              <a:rPr lang="en-GB" dirty="0">
                <a:solidFill>
                  <a:schemeClr val="tx1"/>
                </a:solidFill>
              </a:rPr>
              <a:t>setting</a:t>
            </a:r>
            <a:endParaRPr lang="en-PH" dirty="0">
              <a:solidFill>
                <a:schemeClr val="tx1"/>
              </a:solidFill>
            </a:endParaRPr>
          </a:p>
          <a:p>
            <a:pPr marL="514350" indent="-514350" algn="l">
              <a:buFont typeface="+mj-lt"/>
              <a:buAutoNum type="alphaUcPeriod"/>
            </a:pPr>
            <a:r>
              <a:rPr lang="en-GB" dirty="0" smtClean="0">
                <a:solidFill>
                  <a:schemeClr val="tx1"/>
                </a:solidFill>
              </a:rPr>
              <a:t>Real </a:t>
            </a:r>
            <a:r>
              <a:rPr lang="en-GB" dirty="0">
                <a:solidFill>
                  <a:schemeClr val="tx1"/>
                </a:solidFill>
              </a:rPr>
              <a:t>world application</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84. Of </a:t>
            </a:r>
            <a:r>
              <a:rPr lang="en-GB" dirty="0">
                <a:solidFill>
                  <a:schemeClr val="tx1"/>
                </a:solidFill>
              </a:rPr>
              <a:t>the following, which is the least authentic mode of student performance assessment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Artistic </a:t>
            </a:r>
            <a:r>
              <a:rPr lang="en-GB" dirty="0">
                <a:solidFill>
                  <a:schemeClr val="tx1"/>
                </a:solidFill>
              </a:rPr>
              <a:t>production in art </a:t>
            </a:r>
          </a:p>
          <a:p>
            <a:pPr marL="514350" indent="-514350" algn="l">
              <a:buFont typeface="+mj-lt"/>
              <a:buAutoNum type="alphaUcPeriod"/>
            </a:pPr>
            <a:r>
              <a:rPr lang="en-GB" dirty="0" smtClean="0">
                <a:solidFill>
                  <a:schemeClr val="tx1"/>
                </a:solidFill>
              </a:rPr>
              <a:t>Oral </a:t>
            </a:r>
            <a:r>
              <a:rPr lang="en-GB" dirty="0">
                <a:solidFill>
                  <a:schemeClr val="tx1"/>
                </a:solidFill>
              </a:rPr>
              <a:t>performance on communication </a:t>
            </a:r>
            <a:endParaRPr lang="en-GB" dirty="0" smtClean="0">
              <a:solidFill>
                <a:schemeClr val="tx1"/>
              </a:solidFill>
            </a:endParaRPr>
          </a:p>
          <a:p>
            <a:pPr marL="514350" indent="-514350" algn="l">
              <a:buFont typeface="+mj-lt"/>
              <a:buAutoNum type="alphaUcPeriod"/>
            </a:pPr>
            <a:r>
              <a:rPr lang="en-GB" dirty="0" smtClean="0">
                <a:solidFill>
                  <a:schemeClr val="tx1"/>
                </a:solidFill>
              </a:rPr>
              <a:t>Experiment </a:t>
            </a:r>
            <a:r>
              <a:rPr lang="en-GB" dirty="0">
                <a:solidFill>
                  <a:schemeClr val="tx1"/>
                </a:solidFill>
              </a:rPr>
              <a:t>as a scientific </a:t>
            </a:r>
            <a:r>
              <a:rPr lang="en-GB" dirty="0" smtClean="0">
                <a:solidFill>
                  <a:schemeClr val="tx1"/>
                </a:solidFill>
              </a:rPr>
              <a:t>method skills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Paper-pencil </a:t>
            </a:r>
            <a:r>
              <a:rPr lang="en-GB" dirty="0">
                <a:solidFill>
                  <a:schemeClr val="tx1"/>
                </a:solidFill>
              </a:rPr>
              <a:t>vocabulary test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85. Why </a:t>
            </a:r>
            <a:r>
              <a:rPr lang="en-GB" dirty="0">
                <a:solidFill>
                  <a:schemeClr val="tx1"/>
                </a:solidFill>
              </a:rPr>
              <a:t>is performance given the largest weight in TLE and MAPEH</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They </a:t>
            </a:r>
            <a:r>
              <a:rPr lang="en-GB" dirty="0">
                <a:solidFill>
                  <a:schemeClr val="tx1"/>
                </a:solidFill>
              </a:rPr>
              <a:t>have no affective aspect 	</a:t>
            </a:r>
            <a:endParaRPr lang="en-GB" dirty="0" smtClean="0">
              <a:solidFill>
                <a:schemeClr val="tx1"/>
              </a:solidFill>
            </a:endParaRPr>
          </a:p>
          <a:p>
            <a:pPr marL="514350" indent="-514350" algn="l">
              <a:buFont typeface="+mj-lt"/>
              <a:buAutoNum type="alphaUcPeriod"/>
            </a:pPr>
            <a:r>
              <a:rPr lang="en-GB" dirty="0" smtClean="0">
                <a:solidFill>
                  <a:schemeClr val="tx1"/>
                </a:solidFill>
              </a:rPr>
              <a:t>They </a:t>
            </a:r>
            <a:r>
              <a:rPr lang="en-GB" dirty="0">
                <a:solidFill>
                  <a:schemeClr val="tx1"/>
                </a:solidFill>
              </a:rPr>
              <a:t>have no cognitive aspect </a:t>
            </a:r>
            <a:endParaRPr lang="en-GB" dirty="0" smtClean="0">
              <a:solidFill>
                <a:schemeClr val="tx1"/>
              </a:solidFill>
            </a:endParaRPr>
          </a:p>
          <a:p>
            <a:pPr marL="514350" indent="-514350" algn="l">
              <a:buFont typeface="+mj-lt"/>
              <a:buAutoNum type="alphaUcPeriod"/>
            </a:pPr>
            <a:r>
              <a:rPr lang="en-GB" dirty="0" smtClean="0">
                <a:solidFill>
                  <a:schemeClr val="tx1"/>
                </a:solidFill>
              </a:rPr>
              <a:t>The </a:t>
            </a:r>
            <a:r>
              <a:rPr lang="en-GB" dirty="0">
                <a:solidFill>
                  <a:schemeClr val="tx1"/>
                </a:solidFill>
              </a:rPr>
              <a:t>written and quarterly test are given only 20% weight each </a:t>
            </a:r>
            <a:endParaRPr lang="en-PH" dirty="0">
              <a:solidFill>
                <a:schemeClr val="tx1"/>
              </a:solidFill>
            </a:endParaRPr>
          </a:p>
          <a:p>
            <a:pPr marL="514350" indent="-514350" algn="l">
              <a:buFont typeface="+mj-lt"/>
              <a:buAutoNum type="alphaUcPeriod"/>
            </a:pPr>
            <a:r>
              <a:rPr lang="en-GB" dirty="0" smtClean="0">
                <a:solidFill>
                  <a:schemeClr val="tx1"/>
                </a:solidFill>
              </a:rPr>
              <a:t>They </a:t>
            </a:r>
            <a:r>
              <a:rPr lang="en-GB" dirty="0">
                <a:solidFill>
                  <a:schemeClr val="tx1"/>
                </a:solidFill>
              </a:rPr>
              <a:t>are dominantly physical skill subject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86. What </a:t>
            </a:r>
            <a:r>
              <a:rPr lang="en-GB" dirty="0">
                <a:solidFill>
                  <a:schemeClr val="tx1"/>
                </a:solidFill>
              </a:rPr>
              <a:t>is the best way to assess a </a:t>
            </a:r>
            <a:r>
              <a:rPr lang="en-GB" dirty="0" smtClean="0">
                <a:solidFill>
                  <a:schemeClr val="tx1"/>
                </a:solidFill>
              </a:rPr>
              <a:t>class presentation </a:t>
            </a:r>
            <a:r>
              <a:rPr lang="en-GB" dirty="0">
                <a:solidFill>
                  <a:schemeClr val="tx1"/>
                </a:solidFill>
              </a:rPr>
              <a:t>(song, dance or drama</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Feedback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Interview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Observation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Rubrics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87. What </a:t>
            </a:r>
            <a:r>
              <a:rPr lang="en-GB" dirty="0">
                <a:solidFill>
                  <a:schemeClr val="tx1"/>
                </a:solidFill>
              </a:rPr>
              <a:t>kind of assessment helps teachers determine gaps in learning a subject matter</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Formative </a:t>
            </a:r>
            <a:r>
              <a:rPr lang="en-GB" dirty="0">
                <a:solidFill>
                  <a:schemeClr val="tx1"/>
                </a:solidFill>
              </a:rPr>
              <a:t>assessment				</a:t>
            </a:r>
            <a:endParaRPr lang="en-GB" dirty="0" smtClean="0">
              <a:solidFill>
                <a:schemeClr val="tx1"/>
              </a:solidFill>
            </a:endParaRPr>
          </a:p>
          <a:p>
            <a:pPr marL="514350" indent="-514350" algn="l">
              <a:buFont typeface="+mj-lt"/>
              <a:buAutoNum type="alphaUcPeriod"/>
            </a:pPr>
            <a:r>
              <a:rPr lang="en-GB" dirty="0" smtClean="0">
                <a:solidFill>
                  <a:schemeClr val="tx1"/>
                </a:solidFill>
              </a:rPr>
              <a:t>Diagnostic test</a:t>
            </a:r>
          </a:p>
          <a:p>
            <a:pPr marL="514350" indent="-514350" algn="l">
              <a:buFont typeface="+mj-lt"/>
              <a:buAutoNum type="alphaUcPeriod"/>
            </a:pPr>
            <a:r>
              <a:rPr lang="en-GB" dirty="0" smtClean="0">
                <a:solidFill>
                  <a:schemeClr val="tx1"/>
                </a:solidFill>
              </a:rPr>
              <a:t>Summative </a:t>
            </a:r>
            <a:r>
              <a:rPr lang="en-GB" dirty="0">
                <a:solidFill>
                  <a:schemeClr val="tx1"/>
                </a:solidFill>
              </a:rPr>
              <a:t>assessment</a:t>
            </a:r>
            <a:endParaRPr lang="en-PH" dirty="0">
              <a:solidFill>
                <a:schemeClr val="tx1"/>
              </a:solidFill>
            </a:endParaRPr>
          </a:p>
          <a:p>
            <a:pPr marL="514350" indent="-514350" algn="l">
              <a:buFont typeface="+mj-lt"/>
              <a:buAutoNum type="alphaUcPeriod"/>
            </a:pPr>
            <a:r>
              <a:rPr lang="en-GB" dirty="0" smtClean="0">
                <a:solidFill>
                  <a:schemeClr val="tx1"/>
                </a:solidFill>
              </a:rPr>
              <a:t>Placement </a:t>
            </a:r>
            <a:r>
              <a:rPr lang="en-GB" dirty="0">
                <a:solidFill>
                  <a:schemeClr val="tx1"/>
                </a:solidFill>
              </a:rPr>
              <a:t>examination</a:t>
            </a:r>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88. What </a:t>
            </a:r>
            <a:r>
              <a:rPr lang="en-GB" dirty="0">
                <a:solidFill>
                  <a:schemeClr val="tx1"/>
                </a:solidFill>
              </a:rPr>
              <a:t>is determined by a criterion-reference test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Performance </a:t>
            </a:r>
            <a:r>
              <a:rPr lang="en-GB" dirty="0">
                <a:solidFill>
                  <a:schemeClr val="tx1"/>
                </a:solidFill>
              </a:rPr>
              <a:t>on wide </a:t>
            </a:r>
            <a:r>
              <a:rPr lang="en-GB" dirty="0" smtClean="0">
                <a:solidFill>
                  <a:schemeClr val="tx1"/>
                </a:solidFill>
              </a:rPr>
              <a:t>scale</a:t>
            </a:r>
          </a:p>
          <a:p>
            <a:pPr marL="514350" indent="-514350" algn="l">
              <a:buFont typeface="+mj-lt"/>
              <a:buAutoNum type="alphaUcPeriod"/>
            </a:pPr>
            <a:r>
              <a:rPr lang="en-GB" dirty="0" smtClean="0">
                <a:solidFill>
                  <a:schemeClr val="tx1"/>
                </a:solidFill>
              </a:rPr>
              <a:t>Preferred </a:t>
            </a:r>
            <a:r>
              <a:rPr lang="en-GB" dirty="0">
                <a:solidFill>
                  <a:schemeClr val="tx1"/>
                </a:solidFill>
              </a:rPr>
              <a:t>level of specific skills 	</a:t>
            </a:r>
            <a:endParaRPr lang="en-GB" dirty="0" smtClean="0">
              <a:solidFill>
                <a:schemeClr val="tx1"/>
              </a:solidFill>
            </a:endParaRPr>
          </a:p>
          <a:p>
            <a:pPr marL="514350" indent="-514350" algn="l">
              <a:buFont typeface="+mj-lt"/>
              <a:buAutoNum type="alphaUcPeriod"/>
            </a:pPr>
            <a:r>
              <a:rPr lang="en-GB" dirty="0" smtClean="0">
                <a:solidFill>
                  <a:schemeClr val="tx1"/>
                </a:solidFill>
              </a:rPr>
              <a:t>Performance </a:t>
            </a:r>
            <a:r>
              <a:rPr lang="en-GB" dirty="0">
                <a:solidFill>
                  <a:schemeClr val="tx1"/>
                </a:solidFill>
              </a:rPr>
              <a:t>on a moderate </a:t>
            </a:r>
            <a:r>
              <a:rPr lang="en-GB" dirty="0" smtClean="0">
                <a:solidFill>
                  <a:schemeClr val="tx1"/>
                </a:solidFill>
              </a:rPr>
              <a:t>scale</a:t>
            </a:r>
          </a:p>
          <a:p>
            <a:pPr marL="514350" indent="-514350" algn="l">
              <a:buFont typeface="+mj-lt"/>
              <a:buAutoNum type="alphaUcPeriod"/>
            </a:pPr>
            <a:r>
              <a:rPr lang="en-GB" dirty="0" smtClean="0">
                <a:solidFill>
                  <a:schemeClr val="tx1"/>
                </a:solidFill>
              </a:rPr>
              <a:t>Performance higher than other members of group </a:t>
            </a:r>
            <a:endParaRPr lang="en-PH" dirty="0" smtClean="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5473" y="361831"/>
            <a:ext cx="6015555" cy="548879"/>
          </a:xfrm>
          <a:prstGeom prst="rect">
            <a:avLst/>
          </a:prstGeom>
          <a:ln>
            <a:miter lim="800000"/>
            <a:headEnd/>
            <a:tailEnd/>
          </a:ln>
        </p:spPr>
        <p:txBody>
          <a:bodyPr vert="horz" lIns="82058" tIns="41029" rIns="82058" bIns="41029"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5400" b="1" spc="45" dirty="0">
                <a:ln w="11430"/>
                <a:solidFill>
                  <a:srgbClr val="002060"/>
                </a:solidFill>
                <a:effectLst>
                  <a:outerShdw blurRad="76200" dist="50800" dir="5400000" algn="tl" rotWithShape="0">
                    <a:srgbClr val="000000">
                      <a:alpha val="65000"/>
                    </a:srgbClr>
                  </a:outerShdw>
                </a:effectLst>
                <a:latin typeface="Berlin Sans FB Demi" pitchFamily="34" charset="0"/>
              </a:rPr>
              <a:t>CRITERION</a:t>
            </a:r>
          </a:p>
        </p:txBody>
      </p:sp>
      <p:sp>
        <p:nvSpPr>
          <p:cNvPr id="5" name="Title 1"/>
          <p:cNvSpPr txBox="1">
            <a:spLocks/>
          </p:cNvSpPr>
          <p:nvPr/>
        </p:nvSpPr>
        <p:spPr>
          <a:xfrm>
            <a:off x="1784274" y="3173492"/>
            <a:ext cx="6805544" cy="548879"/>
          </a:xfrm>
          <a:prstGeom prst="rect">
            <a:avLst/>
          </a:prstGeom>
          <a:ln>
            <a:miter lim="800000"/>
            <a:headEnd/>
            <a:tailEnd/>
          </a:ln>
        </p:spPr>
        <p:txBody>
          <a:bodyPr vert="horz" lIns="82058" tIns="41029" rIns="82058" bIns="41029"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5400" b="1" spc="45" dirty="0">
                <a:ln w="11430"/>
                <a:solidFill>
                  <a:srgbClr val="002060"/>
                </a:solidFill>
                <a:effectLst>
                  <a:outerShdw blurRad="76200" dist="50800" dir="5400000" algn="tl" rotWithShape="0">
                    <a:srgbClr val="000000">
                      <a:alpha val="65000"/>
                    </a:srgbClr>
                  </a:outerShdw>
                </a:effectLst>
                <a:latin typeface="Berlin Sans FB Demi" pitchFamily="34" charset="0"/>
              </a:rPr>
              <a:t>NORM</a:t>
            </a:r>
          </a:p>
        </p:txBody>
      </p:sp>
      <p:sp>
        <p:nvSpPr>
          <p:cNvPr id="6" name="Rounded Rectangle 5"/>
          <p:cNvSpPr/>
          <p:nvPr/>
        </p:nvSpPr>
        <p:spPr>
          <a:xfrm>
            <a:off x="805602" y="1131570"/>
            <a:ext cx="6071048" cy="1676400"/>
          </a:xfrm>
          <a:prstGeom prst="roundRect">
            <a:avLst/>
          </a:prstGeom>
          <a:solidFill>
            <a:schemeClr val="bg1"/>
          </a:solid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82058" tIns="41029" rIns="82058" bIns="41029" rtlCol="0" anchor="ctr"/>
          <a:lstStyle/>
          <a:p>
            <a:pPr algn="ctr"/>
            <a:r>
              <a:rPr lang="en-US" sz="3200" b="1" dirty="0">
                <a:solidFill>
                  <a:schemeClr val="tx1"/>
                </a:solidFill>
                <a:latin typeface="Berlin Sans FB" pitchFamily="34" charset="0"/>
              </a:rPr>
              <a:t>To determine whether each student has achieved specific skills or concepts.</a:t>
            </a:r>
            <a:endParaRPr lang="en-US" sz="3200" b="1" dirty="0">
              <a:solidFill>
                <a:srgbClr val="000000"/>
              </a:solidFill>
              <a:latin typeface="Berlin Sans FB" pitchFamily="34" charset="0"/>
            </a:endParaRPr>
          </a:p>
        </p:txBody>
      </p:sp>
      <p:sp>
        <p:nvSpPr>
          <p:cNvPr id="7" name="Rounded Rectangle 6"/>
          <p:cNvSpPr/>
          <p:nvPr/>
        </p:nvSpPr>
        <p:spPr>
          <a:xfrm>
            <a:off x="1784274" y="3915420"/>
            <a:ext cx="7019135" cy="1788150"/>
          </a:xfrm>
          <a:prstGeom prst="roundRect">
            <a:avLst/>
          </a:prstGeom>
          <a:solidFill>
            <a:schemeClr val="bg1"/>
          </a:solid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82058" tIns="41029" rIns="82058" bIns="41029" rtlCol="0" anchor="ctr"/>
          <a:lstStyle/>
          <a:p>
            <a:pPr algn="ctr"/>
            <a:r>
              <a:rPr lang="en-US" sz="3200" b="1" dirty="0">
                <a:solidFill>
                  <a:schemeClr val="tx1"/>
                </a:solidFill>
                <a:latin typeface="Berlin Sans FB" pitchFamily="34" charset="0"/>
              </a:rPr>
              <a:t>To rank each student  with respect to the achievement of others in  broad areas of knowledge.</a:t>
            </a:r>
            <a:endParaRPr lang="en-US" sz="3200" b="1" dirty="0">
              <a:solidFill>
                <a:srgbClr val="000000"/>
              </a:solidFill>
              <a:latin typeface="Berlin Sans FB" pitchFamily="34" charset="0"/>
            </a:endParaRPr>
          </a:p>
        </p:txBody>
      </p:sp>
      <p:sp>
        <p:nvSpPr>
          <p:cNvPr id="8" name="Title 1"/>
          <p:cNvSpPr txBox="1">
            <a:spLocks/>
          </p:cNvSpPr>
          <p:nvPr/>
        </p:nvSpPr>
        <p:spPr>
          <a:xfrm>
            <a:off x="1108364" y="2837315"/>
            <a:ext cx="6858001" cy="372946"/>
          </a:xfrm>
          <a:prstGeom prst="rect">
            <a:avLst/>
          </a:prstGeom>
        </p:spPr>
        <p:txBody>
          <a:bodyPr vert="horz" lIns="82058" tIns="41029" rIns="82058" bIns="41029"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820583">
              <a:spcBef>
                <a:spcPct val="0"/>
              </a:spcBef>
              <a:defRPr/>
            </a:pPr>
            <a:r>
              <a:rPr lang="en-US" sz="7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Demi" pitchFamily="34" charset="0"/>
                <a:ea typeface="+mj-ea"/>
                <a:cs typeface="+mj-cs"/>
              </a:rPr>
              <a:t>PURPOSE</a:t>
            </a:r>
            <a:endParaRPr lang="en-US" sz="48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Demi" pitchFamily="34" charset="0"/>
              <a:ea typeface="+mj-ea"/>
              <a:cs typeface="+mj-cs"/>
            </a:endParaRPr>
          </a:p>
        </p:txBody>
      </p:sp>
    </p:spTree>
    <p:extLst>
      <p:ext uri="{BB962C8B-B14F-4D97-AF65-F5344CB8AC3E}">
        <p14:creationId xmlns:p14="http://schemas.microsoft.com/office/powerpoint/2010/main" val="141403337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ppt_x</p:attrName>
                                        </p:attrNameLst>
                                      </p:cBhvr>
                                      <p:tavLst>
                                        <p:tav tm="0">
                                          <p:val>
                                            <p:strVal val="#ppt_x-.2"/>
                                          </p:val>
                                        </p:tav>
                                        <p:tav tm="100000">
                                          <p:val>
                                            <p:strVal val="#ppt_x"/>
                                          </p:val>
                                        </p:tav>
                                      </p:tavLst>
                                    </p:anim>
                                    <p:anim calcmode="lin" valueType="num">
                                      <p:cBhvr>
                                        <p:cTn id="8"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8"/>
                                        </p:tgtEl>
                                      </p:cBhvr>
                                    </p:animEffect>
                                    <p:anim calcmode="lin" valueType="num">
                                      <p:cBhvr>
                                        <p:cTn id="14" dur="1000"/>
                                        <p:tgtEl>
                                          <p:spTgt spid="8"/>
                                        </p:tgtEl>
                                        <p:attrNameLst>
                                          <p:attrName>ppt_x</p:attrName>
                                        </p:attrNameLst>
                                      </p:cBhvr>
                                      <p:tavLst>
                                        <p:tav tm="0">
                                          <p:val>
                                            <p:strVal val="ppt_x"/>
                                          </p:val>
                                        </p:tav>
                                        <p:tav tm="100000">
                                          <p:val>
                                            <p:strVal val="ppt_x"/>
                                          </p:val>
                                        </p:tav>
                                      </p:tavLst>
                                    </p:anim>
                                    <p:anim calcmode="lin" valueType="num">
                                      <p:cBhvr>
                                        <p:cTn id="15" dur="1000"/>
                                        <p:tgtEl>
                                          <p:spTgt spid="8"/>
                                        </p:tgtEl>
                                        <p:attrNameLst>
                                          <p:attrName>ppt_y</p:attrName>
                                        </p:attrNameLst>
                                      </p:cBhvr>
                                      <p:tavLst>
                                        <p:tav tm="0">
                                          <p:val>
                                            <p:strVal val="ppt_y"/>
                                          </p:val>
                                        </p:tav>
                                        <p:tav tm="100000">
                                          <p:val>
                                            <p:strVal val="ppt_y+.1"/>
                                          </p:val>
                                        </p:tav>
                                      </p:tavLst>
                                    </p:anim>
                                    <p:set>
                                      <p:cBhvr>
                                        <p:cTn id="16" dur="1" fill="hold">
                                          <p:stCondLst>
                                            <p:cond delay="999"/>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8" grpId="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5473" y="361831"/>
            <a:ext cx="6015555" cy="548879"/>
          </a:xfrm>
          <a:prstGeom prst="rect">
            <a:avLst/>
          </a:prstGeom>
          <a:ln>
            <a:miter lim="800000"/>
            <a:headEnd/>
            <a:tailEnd/>
          </a:ln>
        </p:spPr>
        <p:txBody>
          <a:bodyPr vert="horz" lIns="82058" tIns="41029" rIns="82058" bIns="41029"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5400" b="1" spc="45" dirty="0">
                <a:ln w="11430"/>
                <a:solidFill>
                  <a:srgbClr val="002060"/>
                </a:solidFill>
                <a:effectLst>
                  <a:outerShdw blurRad="76200" dist="50800" dir="5400000" algn="tl" rotWithShape="0">
                    <a:srgbClr val="000000">
                      <a:alpha val="65000"/>
                    </a:srgbClr>
                  </a:outerShdw>
                </a:effectLst>
                <a:latin typeface="Berlin Sans FB Demi" pitchFamily="34" charset="0"/>
              </a:rPr>
              <a:t>CRITERION</a:t>
            </a:r>
          </a:p>
        </p:txBody>
      </p:sp>
      <p:sp>
        <p:nvSpPr>
          <p:cNvPr id="5" name="Title 1"/>
          <p:cNvSpPr txBox="1">
            <a:spLocks/>
          </p:cNvSpPr>
          <p:nvPr/>
        </p:nvSpPr>
        <p:spPr>
          <a:xfrm>
            <a:off x="1784274" y="3173492"/>
            <a:ext cx="6805544" cy="548879"/>
          </a:xfrm>
          <a:prstGeom prst="rect">
            <a:avLst/>
          </a:prstGeom>
          <a:ln>
            <a:miter lim="800000"/>
            <a:headEnd/>
            <a:tailEnd/>
          </a:ln>
        </p:spPr>
        <p:txBody>
          <a:bodyPr vert="horz" lIns="82058" tIns="41029" rIns="82058" bIns="41029"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defRPr/>
            </a:pPr>
            <a:r>
              <a:rPr lang="en-US" sz="5400" b="1" spc="45" dirty="0">
                <a:ln w="11430"/>
                <a:solidFill>
                  <a:srgbClr val="002060"/>
                </a:solidFill>
                <a:effectLst>
                  <a:outerShdw blurRad="76200" dist="50800" dir="5400000" algn="tl" rotWithShape="0">
                    <a:srgbClr val="000000">
                      <a:alpha val="65000"/>
                    </a:srgbClr>
                  </a:outerShdw>
                </a:effectLst>
                <a:latin typeface="Berlin Sans FB Demi" pitchFamily="34" charset="0"/>
              </a:rPr>
              <a:t>NORM</a:t>
            </a:r>
          </a:p>
        </p:txBody>
      </p:sp>
      <p:sp>
        <p:nvSpPr>
          <p:cNvPr id="6" name="Rounded Rectangle 5"/>
          <p:cNvSpPr/>
          <p:nvPr/>
        </p:nvSpPr>
        <p:spPr>
          <a:xfrm>
            <a:off x="805602" y="1131570"/>
            <a:ext cx="7784216" cy="1892218"/>
          </a:xfrm>
          <a:prstGeom prst="roundRect">
            <a:avLst/>
          </a:prstGeom>
          <a:solidFill>
            <a:schemeClr val="bg1"/>
          </a:solid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82058" tIns="41029" rIns="82058" bIns="41029" rtlCol="0" anchor="ctr"/>
          <a:lstStyle/>
          <a:p>
            <a:pPr algn="ctr"/>
            <a:r>
              <a:rPr lang="en-US" sz="3200" b="1" dirty="0">
                <a:solidFill>
                  <a:schemeClr val="tx1"/>
                </a:solidFill>
                <a:latin typeface="Berlin Sans FB" pitchFamily="34" charset="0"/>
              </a:rPr>
              <a:t>Each individual is compared with a preset standard for acceptable achievement. The performance of other examinees is irrelevant.</a:t>
            </a:r>
            <a:endParaRPr lang="en-US" sz="3200" b="1" dirty="0">
              <a:solidFill>
                <a:srgbClr val="000000"/>
              </a:solidFill>
              <a:latin typeface="Berlin Sans FB" pitchFamily="34" charset="0"/>
            </a:endParaRPr>
          </a:p>
        </p:txBody>
      </p:sp>
      <p:sp>
        <p:nvSpPr>
          <p:cNvPr id="7" name="Rounded Rectangle 6"/>
          <p:cNvSpPr/>
          <p:nvPr/>
        </p:nvSpPr>
        <p:spPr>
          <a:xfrm>
            <a:off x="805602" y="3915420"/>
            <a:ext cx="7997807" cy="1788150"/>
          </a:xfrm>
          <a:prstGeom prst="roundRect">
            <a:avLst/>
          </a:prstGeom>
          <a:solidFill>
            <a:schemeClr val="bg1"/>
          </a:solid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82058" tIns="41029" rIns="82058" bIns="41029" rtlCol="0" anchor="ctr"/>
          <a:lstStyle/>
          <a:p>
            <a:pPr algn="ctr"/>
            <a:r>
              <a:rPr lang="en-US" sz="2900" b="1" dirty="0">
                <a:solidFill>
                  <a:schemeClr val="tx1"/>
                </a:solidFill>
                <a:latin typeface="Berlin Sans FB" pitchFamily="34" charset="0"/>
              </a:rPr>
              <a:t>Each individual is compared with other examinees and assigned a score--usually expressed as a percentile, a stanine, etc.</a:t>
            </a:r>
            <a:endParaRPr lang="en-US" sz="2900" b="1" dirty="0">
              <a:solidFill>
                <a:srgbClr val="000000"/>
              </a:solidFill>
              <a:latin typeface="Berlin Sans FB" pitchFamily="34" charset="0"/>
            </a:endParaRPr>
          </a:p>
        </p:txBody>
      </p:sp>
      <p:sp>
        <p:nvSpPr>
          <p:cNvPr id="8" name="Title 1"/>
          <p:cNvSpPr txBox="1">
            <a:spLocks/>
          </p:cNvSpPr>
          <p:nvPr/>
        </p:nvSpPr>
        <p:spPr>
          <a:xfrm>
            <a:off x="805602" y="2837315"/>
            <a:ext cx="7507125" cy="372946"/>
          </a:xfrm>
          <a:prstGeom prst="rect">
            <a:avLst/>
          </a:prstGeom>
        </p:spPr>
        <p:txBody>
          <a:bodyPr vert="horz" lIns="82058" tIns="41029" rIns="82058" bIns="41029" rtlCol="0" anchor="ctr">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820583">
              <a:spcBef>
                <a:spcPct val="0"/>
              </a:spcBef>
              <a:defRPr/>
            </a:pPr>
            <a:r>
              <a:rPr lang="en-US" sz="65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Demi" pitchFamily="34" charset="0"/>
                <a:ea typeface="+mj-ea"/>
                <a:cs typeface="+mj-cs"/>
              </a:rPr>
              <a:t>SCORE INTERPRETATION</a:t>
            </a:r>
            <a:endParaRPr lang="en-US" sz="3900" b="1" spc="45"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Berlin Sans FB Demi" pitchFamily="34" charset="0"/>
              <a:ea typeface="+mj-ea"/>
              <a:cs typeface="+mj-cs"/>
            </a:endParaRPr>
          </a:p>
        </p:txBody>
      </p:sp>
    </p:spTree>
    <p:extLst>
      <p:ext uri="{BB962C8B-B14F-4D97-AF65-F5344CB8AC3E}">
        <p14:creationId xmlns:p14="http://schemas.microsoft.com/office/powerpoint/2010/main" val="101288985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ppt_x</p:attrName>
                                        </p:attrNameLst>
                                      </p:cBhvr>
                                      <p:tavLst>
                                        <p:tav tm="0">
                                          <p:val>
                                            <p:strVal val="#ppt_x-.2"/>
                                          </p:val>
                                        </p:tav>
                                        <p:tav tm="100000">
                                          <p:val>
                                            <p:strVal val="#ppt_x"/>
                                          </p:val>
                                        </p:tav>
                                      </p:tavLst>
                                    </p:anim>
                                    <p:anim calcmode="lin" valueType="num">
                                      <p:cBhvr>
                                        <p:cTn id="8"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8"/>
                                        </p:tgtEl>
                                      </p:cBhvr>
                                    </p:animEffect>
                                    <p:anim calcmode="lin" valueType="num">
                                      <p:cBhvr>
                                        <p:cTn id="14" dur="1000"/>
                                        <p:tgtEl>
                                          <p:spTgt spid="8"/>
                                        </p:tgtEl>
                                        <p:attrNameLst>
                                          <p:attrName>ppt_x</p:attrName>
                                        </p:attrNameLst>
                                      </p:cBhvr>
                                      <p:tavLst>
                                        <p:tav tm="0">
                                          <p:val>
                                            <p:strVal val="ppt_x"/>
                                          </p:val>
                                        </p:tav>
                                        <p:tav tm="100000">
                                          <p:val>
                                            <p:strVal val="ppt_x"/>
                                          </p:val>
                                        </p:tav>
                                      </p:tavLst>
                                    </p:anim>
                                    <p:anim calcmode="lin" valueType="num">
                                      <p:cBhvr>
                                        <p:cTn id="15" dur="1000"/>
                                        <p:tgtEl>
                                          <p:spTgt spid="8"/>
                                        </p:tgtEl>
                                        <p:attrNameLst>
                                          <p:attrName>ppt_y</p:attrName>
                                        </p:attrNameLst>
                                      </p:cBhvr>
                                      <p:tavLst>
                                        <p:tav tm="0">
                                          <p:val>
                                            <p:strVal val="ppt_y"/>
                                          </p:val>
                                        </p:tav>
                                        <p:tav tm="100000">
                                          <p:val>
                                            <p:strVal val="ppt_y+.1"/>
                                          </p:val>
                                        </p:tav>
                                      </p:tavLst>
                                    </p:anim>
                                    <p:set>
                                      <p:cBhvr>
                                        <p:cTn id="16" dur="1" fill="hold">
                                          <p:stCondLst>
                                            <p:cond delay="999"/>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8" grpId="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89. Principal </a:t>
            </a:r>
            <a:r>
              <a:rPr lang="en-GB" dirty="0">
                <a:solidFill>
                  <a:schemeClr val="tx1"/>
                </a:solidFill>
              </a:rPr>
              <a:t>Rodriguez introduced machine-scored tests in his school. What factor in scoring does this add to make </a:t>
            </a:r>
            <a:r>
              <a:rPr lang="en-GB" dirty="0" smtClean="0">
                <a:solidFill>
                  <a:schemeClr val="tx1"/>
                </a:solidFill>
              </a:rPr>
              <a:t>tests </a:t>
            </a:r>
            <a:r>
              <a:rPr lang="en-GB" dirty="0">
                <a:solidFill>
                  <a:schemeClr val="tx1"/>
                </a:solidFill>
              </a:rPr>
              <a:t>more reliable</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Objective scoring</a:t>
            </a:r>
          </a:p>
          <a:p>
            <a:pPr marL="514350" indent="-514350" algn="l">
              <a:buFont typeface="+mj-lt"/>
              <a:buAutoNum type="alphaUcPeriod"/>
            </a:pPr>
            <a:r>
              <a:rPr lang="en-GB" dirty="0" smtClean="0">
                <a:solidFill>
                  <a:schemeClr val="tx1"/>
                </a:solidFill>
              </a:rPr>
              <a:t>Cost-saving</a:t>
            </a:r>
          </a:p>
          <a:p>
            <a:pPr marL="514350" indent="-514350" algn="l">
              <a:buFont typeface="+mj-lt"/>
              <a:buAutoNum type="alphaUcPeriod"/>
            </a:pPr>
            <a:r>
              <a:rPr lang="en-GB" dirty="0" smtClean="0">
                <a:solidFill>
                  <a:schemeClr val="tx1"/>
                </a:solidFill>
              </a:rPr>
              <a:t>Ease </a:t>
            </a:r>
            <a:r>
              <a:rPr lang="en-GB" dirty="0">
                <a:solidFill>
                  <a:schemeClr val="tx1"/>
                </a:solidFill>
              </a:rPr>
              <a:t>in </a:t>
            </a:r>
            <a:r>
              <a:rPr lang="en-GB" dirty="0" smtClean="0">
                <a:solidFill>
                  <a:schemeClr val="tx1"/>
                </a:solidFill>
              </a:rPr>
              <a:t>checking</a:t>
            </a:r>
            <a:endParaRPr lang="en-GB" dirty="0">
              <a:solidFill>
                <a:schemeClr val="tx1"/>
              </a:solidFill>
            </a:endParaRPr>
          </a:p>
          <a:p>
            <a:pPr marL="514350" indent="-514350" algn="l">
              <a:buFont typeface="+mj-lt"/>
              <a:buAutoNum type="alphaUcPeriod"/>
            </a:pPr>
            <a:r>
              <a:rPr lang="en-GB" dirty="0" smtClean="0">
                <a:solidFill>
                  <a:schemeClr val="tx1"/>
                </a:solidFill>
              </a:rPr>
              <a:t>Time-economics</a:t>
            </a:r>
            <a:endParaRPr lang="en-PH" dirty="0" smtClean="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90. The </a:t>
            </a:r>
            <a:r>
              <a:rPr lang="en-GB" dirty="0">
                <a:solidFill>
                  <a:schemeClr val="tx1"/>
                </a:solidFill>
              </a:rPr>
              <a:t>test questions in Teacher Dante’s test were confusing and subject to wrong understanding, especially to </a:t>
            </a:r>
            <a:r>
              <a:rPr lang="en-GB" dirty="0" smtClean="0">
                <a:solidFill>
                  <a:schemeClr val="tx1"/>
                </a:solidFill>
              </a:rPr>
              <a:t>poorer </a:t>
            </a:r>
            <a:r>
              <a:rPr lang="en-GB" dirty="0">
                <a:solidFill>
                  <a:schemeClr val="tx1"/>
                </a:solidFill>
              </a:rPr>
              <a:t>students. What was wrong with the test</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Test </a:t>
            </a:r>
            <a:r>
              <a:rPr lang="en-GB" dirty="0">
                <a:solidFill>
                  <a:schemeClr val="tx1"/>
                </a:solidFill>
              </a:rPr>
              <a:t>items inappropriate for outcomes being measured</a:t>
            </a:r>
            <a:endParaRPr lang="en-PH" dirty="0">
              <a:solidFill>
                <a:schemeClr val="tx1"/>
              </a:solidFill>
            </a:endParaRPr>
          </a:p>
          <a:p>
            <a:pPr marL="514350" indent="-514350" algn="l">
              <a:buFont typeface="+mj-lt"/>
              <a:buAutoNum type="alphaUcPeriod"/>
            </a:pPr>
            <a:r>
              <a:rPr lang="en-GB" dirty="0" smtClean="0">
                <a:solidFill>
                  <a:schemeClr val="tx1"/>
                </a:solidFill>
              </a:rPr>
              <a:t>Inappropriate </a:t>
            </a:r>
            <a:r>
              <a:rPr lang="en-GB" dirty="0">
                <a:solidFill>
                  <a:schemeClr val="tx1"/>
                </a:solidFill>
              </a:rPr>
              <a:t>level of difficulty of items</a:t>
            </a:r>
            <a:endParaRPr lang="en-PH" dirty="0">
              <a:solidFill>
                <a:schemeClr val="tx1"/>
              </a:solidFill>
            </a:endParaRPr>
          </a:p>
          <a:p>
            <a:pPr marL="514350" indent="-514350" algn="l">
              <a:buFont typeface="+mj-lt"/>
              <a:buAutoNum type="alphaUcPeriod"/>
            </a:pPr>
            <a:r>
              <a:rPr lang="en-GB" dirty="0" smtClean="0">
                <a:solidFill>
                  <a:schemeClr val="tx1"/>
                </a:solidFill>
              </a:rPr>
              <a:t>Unclear </a:t>
            </a:r>
            <a:r>
              <a:rPr lang="en-GB" dirty="0">
                <a:solidFill>
                  <a:schemeClr val="tx1"/>
                </a:solidFill>
              </a:rPr>
              <a:t>directions</a:t>
            </a:r>
            <a:endParaRPr lang="en-PH" dirty="0">
              <a:solidFill>
                <a:schemeClr val="tx1"/>
              </a:solidFill>
            </a:endParaRPr>
          </a:p>
          <a:p>
            <a:pPr marL="514350" indent="-514350" algn="l">
              <a:buFont typeface="+mj-lt"/>
              <a:buAutoNum type="alphaUcPeriod"/>
            </a:pPr>
            <a:r>
              <a:rPr lang="en-GB" dirty="0" smtClean="0">
                <a:solidFill>
                  <a:schemeClr val="tx1"/>
                </a:solidFill>
              </a:rPr>
              <a:t>Ambiguity</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91. Teacher </a:t>
            </a:r>
            <a:r>
              <a:rPr lang="en-GB" dirty="0">
                <a:solidFill>
                  <a:schemeClr val="tx1"/>
                </a:solidFill>
              </a:rPr>
              <a:t>Edna could not get it right, as her tests are either too easy or too difficult. What is wrong in this situation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Unclear </a:t>
            </a:r>
            <a:r>
              <a:rPr lang="en-GB" dirty="0">
                <a:solidFill>
                  <a:schemeClr val="tx1"/>
                </a:solidFill>
              </a:rPr>
              <a:t>directions </a:t>
            </a:r>
          </a:p>
          <a:p>
            <a:pPr marL="514350" indent="-514350" algn="l">
              <a:buFont typeface="+mj-lt"/>
              <a:buAutoNum type="alphaUcPeriod"/>
            </a:pPr>
            <a:r>
              <a:rPr lang="en-GB" dirty="0" smtClean="0">
                <a:solidFill>
                  <a:schemeClr val="tx1"/>
                </a:solidFill>
              </a:rPr>
              <a:t>Identifiable </a:t>
            </a:r>
            <a:r>
              <a:rPr lang="en-GB" dirty="0">
                <a:solidFill>
                  <a:schemeClr val="tx1"/>
                </a:solidFill>
              </a:rPr>
              <a:t>answer </a:t>
            </a:r>
            <a:r>
              <a:rPr lang="en-GB" dirty="0" smtClean="0">
                <a:solidFill>
                  <a:schemeClr val="tx1"/>
                </a:solidFill>
              </a:rPr>
              <a:t>patterns</a:t>
            </a:r>
          </a:p>
          <a:p>
            <a:pPr marL="514350" indent="-514350" algn="l">
              <a:buFont typeface="+mj-lt"/>
              <a:buAutoNum type="alphaUcPeriod"/>
            </a:pPr>
            <a:r>
              <a:rPr lang="en-GB" dirty="0" smtClean="0">
                <a:solidFill>
                  <a:schemeClr val="tx1"/>
                </a:solidFill>
              </a:rPr>
              <a:t>Inappropriate </a:t>
            </a:r>
            <a:r>
              <a:rPr lang="en-GB" dirty="0">
                <a:solidFill>
                  <a:schemeClr val="tx1"/>
                </a:solidFill>
              </a:rPr>
              <a:t>level of difficulty </a:t>
            </a:r>
            <a:endParaRPr lang="en-PH" dirty="0">
              <a:solidFill>
                <a:schemeClr val="tx1"/>
              </a:solidFill>
            </a:endParaRPr>
          </a:p>
          <a:p>
            <a:pPr marL="514350" indent="-514350" algn="l">
              <a:buFont typeface="+mj-lt"/>
              <a:buAutoNum type="alphaUcPeriod"/>
            </a:pPr>
            <a:r>
              <a:rPr lang="en-GB" dirty="0" smtClean="0">
                <a:solidFill>
                  <a:schemeClr val="tx1"/>
                </a:solidFill>
              </a:rPr>
              <a:t>Ambiguous </a:t>
            </a:r>
            <a:r>
              <a:rPr lang="en-GB" dirty="0">
                <a:solidFill>
                  <a:schemeClr val="tx1"/>
                </a:solidFill>
              </a:rPr>
              <a:t>items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92. For </a:t>
            </a:r>
            <a:r>
              <a:rPr lang="en-GB" dirty="0">
                <a:solidFill>
                  <a:schemeClr val="tx1"/>
                </a:solidFill>
              </a:rPr>
              <a:t>easier correction of his test, Teacher Edward prepared the True and False items in alternating 1, 3, 5, 7 etc. </a:t>
            </a:r>
            <a:r>
              <a:rPr lang="en-GB" dirty="0" smtClean="0">
                <a:solidFill>
                  <a:schemeClr val="tx1"/>
                </a:solidFill>
              </a:rPr>
              <a:t>True</a:t>
            </a:r>
            <a:r>
              <a:rPr lang="en-GB" dirty="0">
                <a:solidFill>
                  <a:schemeClr val="tx1"/>
                </a:solidFill>
              </a:rPr>
              <a:t>, and 2, 4, 6 etc. False. What is wrong with the test in terms of Usability</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Improper </a:t>
            </a:r>
            <a:r>
              <a:rPr lang="en-GB" dirty="0">
                <a:solidFill>
                  <a:schemeClr val="tx1"/>
                </a:solidFill>
              </a:rPr>
              <a:t>arrangement of </a:t>
            </a:r>
            <a:r>
              <a:rPr lang="en-GB" dirty="0" smtClean="0">
                <a:solidFill>
                  <a:schemeClr val="tx1"/>
                </a:solidFill>
              </a:rPr>
              <a:t>items</a:t>
            </a:r>
          </a:p>
          <a:p>
            <a:pPr marL="514350" indent="-514350" algn="l">
              <a:buFont typeface="+mj-lt"/>
              <a:buAutoNum type="alphaUcPeriod"/>
            </a:pPr>
            <a:r>
              <a:rPr lang="en-GB" dirty="0" smtClean="0">
                <a:solidFill>
                  <a:schemeClr val="tx1"/>
                </a:solidFill>
              </a:rPr>
              <a:t>Identifiable </a:t>
            </a:r>
            <a:r>
              <a:rPr lang="en-GB" dirty="0">
                <a:solidFill>
                  <a:schemeClr val="tx1"/>
                </a:solidFill>
              </a:rPr>
              <a:t>pattern of </a:t>
            </a:r>
            <a:r>
              <a:rPr lang="en-GB" dirty="0" smtClean="0">
                <a:solidFill>
                  <a:schemeClr val="tx1"/>
                </a:solidFill>
              </a:rPr>
              <a:t>answers</a:t>
            </a:r>
          </a:p>
          <a:p>
            <a:pPr marL="514350" indent="-514350" algn="l">
              <a:buFont typeface="+mj-lt"/>
              <a:buAutoNum type="alphaUcPeriod"/>
            </a:pPr>
            <a:r>
              <a:rPr lang="en-GB" dirty="0" smtClean="0">
                <a:solidFill>
                  <a:schemeClr val="tx1"/>
                </a:solidFill>
              </a:rPr>
              <a:t>Ambiguity</a:t>
            </a:r>
            <a:endParaRPr lang="en-GB" dirty="0">
              <a:solidFill>
                <a:schemeClr val="tx1"/>
              </a:solidFill>
            </a:endParaRPr>
          </a:p>
          <a:p>
            <a:pPr marL="514350" indent="-514350" algn="l">
              <a:buFont typeface="+mj-lt"/>
              <a:buAutoNum type="alphaUcPeriod"/>
            </a:pPr>
            <a:r>
              <a:rPr lang="en-GB" dirty="0" smtClean="0">
                <a:solidFill>
                  <a:schemeClr val="tx1"/>
                </a:solidFill>
              </a:rPr>
              <a:t>Poorly </a:t>
            </a:r>
            <a:r>
              <a:rPr lang="en-GB" dirty="0">
                <a:solidFill>
                  <a:schemeClr val="tx1"/>
                </a:solidFill>
              </a:rPr>
              <a:t>constructed test items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fontScale="92500" lnSpcReduction="10000"/>
          </a:bodyPr>
          <a:lstStyle/>
          <a:p>
            <a:pPr algn="l"/>
            <a:r>
              <a:rPr lang="en-GB" dirty="0" smtClean="0">
                <a:solidFill>
                  <a:schemeClr val="tx1"/>
                </a:solidFill>
              </a:rPr>
              <a:t>93. Mrs</a:t>
            </a:r>
            <a:r>
              <a:rPr lang="en-GB" dirty="0">
                <a:solidFill>
                  <a:schemeClr val="tx1"/>
                </a:solidFill>
              </a:rPr>
              <a:t>. Ramos wants to test her student’s knowledge of the different places in the Philippines, their capitals, and their </a:t>
            </a:r>
            <a:r>
              <a:rPr lang="en-GB" dirty="0" smtClean="0">
                <a:solidFill>
                  <a:schemeClr val="tx1"/>
                </a:solidFill>
              </a:rPr>
              <a:t>products</a:t>
            </a:r>
            <a:r>
              <a:rPr lang="en-GB" dirty="0">
                <a:solidFill>
                  <a:schemeClr val="tx1"/>
                </a:solidFill>
              </a:rPr>
              <a:t>. So she gave an essay test. If you were the teacher, will you do the same?	 </a:t>
            </a:r>
            <a:endParaRPr lang="en-PH" dirty="0">
              <a:solidFill>
                <a:schemeClr val="tx1"/>
              </a:solidFill>
            </a:endParaRPr>
          </a:p>
          <a:p>
            <a:pPr marL="514350" indent="-514350" algn="l">
              <a:buFont typeface="+mj-lt"/>
              <a:buAutoNum type="alphaUcPeriod"/>
            </a:pPr>
            <a:r>
              <a:rPr lang="en-GB" dirty="0" smtClean="0">
                <a:solidFill>
                  <a:schemeClr val="tx1"/>
                </a:solidFill>
              </a:rPr>
              <a:t>Yes</a:t>
            </a:r>
            <a:r>
              <a:rPr lang="en-GB" dirty="0">
                <a:solidFill>
                  <a:schemeClr val="tx1"/>
                </a:solidFill>
              </a:rPr>
              <a:t>, essay test can measure more than what the other tests can measure </a:t>
            </a:r>
            <a:endParaRPr lang="en-PH" dirty="0">
              <a:solidFill>
                <a:schemeClr val="tx1"/>
              </a:solidFill>
            </a:endParaRPr>
          </a:p>
          <a:p>
            <a:pPr marL="514350" indent="-514350" algn="l">
              <a:buFont typeface="+mj-lt"/>
              <a:buAutoNum type="alphaUcPeriod"/>
            </a:pPr>
            <a:r>
              <a:rPr lang="en-GB" dirty="0" smtClean="0">
                <a:solidFill>
                  <a:schemeClr val="tx1"/>
                </a:solidFill>
              </a:rPr>
              <a:t>Yes</a:t>
            </a:r>
            <a:r>
              <a:rPr lang="en-GB" dirty="0">
                <a:solidFill>
                  <a:schemeClr val="tx1"/>
                </a:solidFill>
              </a:rPr>
              <a:t>, essay is the best in measuring any type of knowledge </a:t>
            </a:r>
            <a:endParaRPr lang="en-PH" dirty="0">
              <a:solidFill>
                <a:schemeClr val="tx1"/>
              </a:solidFill>
            </a:endParaRPr>
          </a:p>
          <a:p>
            <a:pPr marL="514350" indent="-514350" algn="l">
              <a:buFont typeface="+mj-lt"/>
              <a:buAutoNum type="alphaUcPeriod"/>
            </a:pPr>
            <a:r>
              <a:rPr lang="en-GB" dirty="0" smtClean="0">
                <a:solidFill>
                  <a:schemeClr val="tx1"/>
                </a:solidFill>
              </a:rPr>
              <a:t>No</a:t>
            </a:r>
            <a:r>
              <a:rPr lang="en-GB" dirty="0">
                <a:solidFill>
                  <a:schemeClr val="tx1"/>
                </a:solidFill>
              </a:rPr>
              <a:t>, such method is inappropriate because essay is difficult</a:t>
            </a:r>
            <a:endParaRPr lang="en-PH" dirty="0">
              <a:solidFill>
                <a:schemeClr val="tx1"/>
              </a:solidFill>
            </a:endParaRPr>
          </a:p>
          <a:p>
            <a:pPr marL="514350" indent="-514350" algn="l">
              <a:buFont typeface="+mj-lt"/>
              <a:buAutoNum type="alphaUcPeriod"/>
            </a:pPr>
            <a:r>
              <a:rPr lang="en-GB" dirty="0" smtClean="0">
                <a:solidFill>
                  <a:schemeClr val="tx1"/>
                </a:solidFill>
              </a:rPr>
              <a:t>No</a:t>
            </a:r>
            <a:r>
              <a:rPr lang="en-GB" dirty="0">
                <a:solidFill>
                  <a:schemeClr val="tx1"/>
                </a:solidFill>
              </a:rPr>
              <a:t>, the giving of objective test is more appropriate than the use of essay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94. Ms</a:t>
            </a:r>
            <a:r>
              <a:rPr lang="en-GB" dirty="0">
                <a:solidFill>
                  <a:schemeClr val="tx1"/>
                </a:solidFill>
              </a:rPr>
              <a:t>. Espina would like to cover a wide variety of objectives in the quarterly examinations in her English class lesson </a:t>
            </a:r>
            <a:r>
              <a:rPr lang="en-GB" dirty="0" smtClean="0">
                <a:solidFill>
                  <a:schemeClr val="tx1"/>
                </a:solidFill>
              </a:rPr>
              <a:t>on </a:t>
            </a:r>
            <a:r>
              <a:rPr lang="en-GB" dirty="0">
                <a:solidFill>
                  <a:schemeClr val="tx1"/>
                </a:solidFill>
              </a:rPr>
              <a:t>subject-verb agreement. Which of the following type of test is the most appropriate</a:t>
            </a:r>
            <a:r>
              <a:rPr lang="en-GB" dirty="0" smtClean="0">
                <a:solidFill>
                  <a:schemeClr val="tx1"/>
                </a:solidFill>
              </a:rPr>
              <a:t>?</a:t>
            </a:r>
            <a:r>
              <a:rPr lang="en-GB" dirty="0">
                <a:solidFill>
                  <a:schemeClr val="tx1"/>
                </a:solidFill>
              </a:rPr>
              <a:t>					</a:t>
            </a:r>
            <a:endParaRPr lang="en-PH" dirty="0">
              <a:solidFill>
                <a:schemeClr val="tx1"/>
              </a:solidFill>
            </a:endParaRPr>
          </a:p>
          <a:p>
            <a:pPr marL="514350" indent="-514350" algn="l">
              <a:buFont typeface="+mj-lt"/>
              <a:buAutoNum type="alphaUcPeriod"/>
            </a:pPr>
            <a:r>
              <a:rPr lang="en-GB" dirty="0" smtClean="0">
                <a:solidFill>
                  <a:schemeClr val="tx1"/>
                </a:solidFill>
              </a:rPr>
              <a:t>True-False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Multiple </a:t>
            </a:r>
            <a:r>
              <a:rPr lang="en-GB" dirty="0">
                <a:solidFill>
                  <a:schemeClr val="tx1"/>
                </a:solidFill>
              </a:rPr>
              <a:t>choice 		</a:t>
            </a:r>
            <a:endParaRPr lang="en-GB" dirty="0" smtClean="0">
              <a:solidFill>
                <a:schemeClr val="tx1"/>
              </a:solidFill>
            </a:endParaRPr>
          </a:p>
          <a:p>
            <a:pPr marL="514350" indent="-514350" algn="l">
              <a:buFont typeface="+mj-lt"/>
              <a:buAutoNum type="alphaUcPeriod"/>
            </a:pPr>
            <a:r>
              <a:rPr lang="en-GB" dirty="0" smtClean="0">
                <a:solidFill>
                  <a:schemeClr val="tx1"/>
                </a:solidFill>
              </a:rPr>
              <a:t>Essay </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Matching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95. What </a:t>
            </a:r>
            <a:r>
              <a:rPr lang="en-GB" dirty="0">
                <a:solidFill>
                  <a:schemeClr val="tx1"/>
                </a:solidFill>
              </a:rPr>
              <a:t>is true when student test results deviation is small</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Bell </a:t>
            </a:r>
            <a:r>
              <a:rPr lang="en-GB" dirty="0">
                <a:solidFill>
                  <a:schemeClr val="tx1"/>
                </a:solidFill>
              </a:rPr>
              <a:t>curve is relatively </a:t>
            </a:r>
            <a:r>
              <a:rPr lang="en-GB" dirty="0" smtClean="0">
                <a:solidFill>
                  <a:schemeClr val="tx1"/>
                </a:solidFill>
              </a:rPr>
              <a:t>flat</a:t>
            </a:r>
          </a:p>
          <a:p>
            <a:pPr marL="514350" indent="-514350" algn="l">
              <a:buFont typeface="+mj-lt"/>
              <a:buAutoNum type="alphaUcPeriod"/>
            </a:pPr>
            <a:r>
              <a:rPr lang="en-GB" dirty="0" smtClean="0">
                <a:solidFill>
                  <a:schemeClr val="tx1"/>
                </a:solidFill>
              </a:rPr>
              <a:t>Scores </a:t>
            </a:r>
            <a:r>
              <a:rPr lang="en-GB" dirty="0">
                <a:solidFill>
                  <a:schemeClr val="tx1"/>
                </a:solidFill>
              </a:rPr>
              <a:t>are tightly bunched together </a:t>
            </a:r>
            <a:endParaRPr lang="en-GB" dirty="0" smtClean="0">
              <a:solidFill>
                <a:schemeClr val="tx1"/>
              </a:solidFill>
            </a:endParaRPr>
          </a:p>
          <a:p>
            <a:pPr marL="514350" indent="-514350" algn="l">
              <a:buFont typeface="+mj-lt"/>
              <a:buAutoNum type="alphaUcPeriod"/>
            </a:pPr>
            <a:r>
              <a:rPr lang="en-GB" dirty="0" smtClean="0">
                <a:solidFill>
                  <a:schemeClr val="tx1"/>
                </a:solidFill>
              </a:rPr>
              <a:t>Scores </a:t>
            </a:r>
            <a:r>
              <a:rPr lang="en-GB" dirty="0">
                <a:solidFill>
                  <a:schemeClr val="tx1"/>
                </a:solidFill>
              </a:rPr>
              <a:t>are toward both extremes </a:t>
            </a:r>
            <a:endParaRPr lang="en-PH" dirty="0">
              <a:solidFill>
                <a:schemeClr val="tx1"/>
              </a:solidFill>
            </a:endParaRPr>
          </a:p>
          <a:p>
            <a:pPr marL="514350" indent="-514350" algn="l">
              <a:buFont typeface="+mj-lt"/>
              <a:buAutoNum type="alphaUcPeriod"/>
            </a:pPr>
            <a:r>
              <a:rPr lang="en-GB" dirty="0" smtClean="0">
                <a:solidFill>
                  <a:schemeClr val="tx1"/>
                </a:solidFill>
              </a:rPr>
              <a:t>Scores </a:t>
            </a:r>
            <a:r>
              <a:rPr lang="en-GB" dirty="0">
                <a:solidFill>
                  <a:schemeClr val="tx1"/>
                </a:solidFill>
              </a:rPr>
              <a:t>are spread apart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96. What </a:t>
            </a:r>
            <a:r>
              <a:rPr lang="en-GB" dirty="0">
                <a:solidFill>
                  <a:schemeClr val="tx1"/>
                </a:solidFill>
              </a:rPr>
              <a:t>is the normal curve in the grade distribution of students in a class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All </a:t>
            </a:r>
            <a:r>
              <a:rPr lang="en-GB" dirty="0">
                <a:solidFill>
                  <a:schemeClr val="tx1"/>
                </a:solidFill>
              </a:rPr>
              <a:t>have average </a:t>
            </a:r>
            <a:r>
              <a:rPr lang="en-GB" dirty="0" smtClean="0">
                <a:solidFill>
                  <a:schemeClr val="tx1"/>
                </a:solidFill>
              </a:rPr>
              <a:t>grades</a:t>
            </a:r>
            <a:endParaRPr lang="en-GB" dirty="0">
              <a:solidFill>
                <a:schemeClr val="tx1"/>
              </a:solidFill>
            </a:endParaRPr>
          </a:p>
          <a:p>
            <a:pPr marL="514350" indent="-514350" algn="l">
              <a:buFont typeface="+mj-lt"/>
              <a:buAutoNum type="alphaUcPeriod"/>
            </a:pPr>
            <a:r>
              <a:rPr lang="en-GB" dirty="0" smtClean="0">
                <a:solidFill>
                  <a:schemeClr val="tx1"/>
                </a:solidFill>
              </a:rPr>
              <a:t>Most </a:t>
            </a:r>
            <a:r>
              <a:rPr lang="en-GB" dirty="0">
                <a:solidFill>
                  <a:schemeClr val="tx1"/>
                </a:solidFill>
              </a:rPr>
              <a:t>get average grades, few high and </a:t>
            </a:r>
            <a:r>
              <a:rPr lang="en-GB" dirty="0" smtClean="0">
                <a:solidFill>
                  <a:schemeClr val="tx1"/>
                </a:solidFill>
              </a:rPr>
              <a:t>low</a:t>
            </a:r>
          </a:p>
          <a:p>
            <a:pPr marL="514350" indent="-514350" algn="l">
              <a:buFont typeface="+mj-lt"/>
              <a:buAutoNum type="alphaUcPeriod"/>
            </a:pPr>
            <a:r>
              <a:rPr lang="en-GB" dirty="0" smtClean="0">
                <a:solidFill>
                  <a:schemeClr val="tx1"/>
                </a:solidFill>
              </a:rPr>
              <a:t>Most </a:t>
            </a:r>
            <a:r>
              <a:rPr lang="en-GB" dirty="0">
                <a:solidFill>
                  <a:schemeClr val="tx1"/>
                </a:solidFill>
              </a:rPr>
              <a:t>get high grades</a:t>
            </a:r>
            <a:endParaRPr lang="en-PH" dirty="0">
              <a:solidFill>
                <a:schemeClr val="tx1"/>
              </a:solidFill>
            </a:endParaRPr>
          </a:p>
          <a:p>
            <a:pPr marL="514350" indent="-514350" algn="l">
              <a:buFont typeface="+mj-lt"/>
              <a:buAutoNum type="alphaUcPeriod"/>
            </a:pPr>
            <a:r>
              <a:rPr lang="en-GB" dirty="0" smtClean="0">
                <a:solidFill>
                  <a:schemeClr val="tx1"/>
                </a:solidFill>
              </a:rPr>
              <a:t>Most </a:t>
            </a:r>
            <a:r>
              <a:rPr lang="en-GB" dirty="0">
                <a:solidFill>
                  <a:schemeClr val="tx1"/>
                </a:solidFill>
              </a:rPr>
              <a:t>get low grades</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2"/>
                                        </p:clrVal>
                                      </p:to>
                                    </p:set>
                                    <p:set>
                                      <p:cBhvr>
                                        <p:cTn id="7" dur="500" fill="hold"/>
                                        <p:tgtEl>
                                          <p:spTgt spid="3">
                                            <p:txEl>
                                              <p:pRg st="2" end="2"/>
                                            </p:txEl>
                                          </p:spTgt>
                                        </p:tgtEl>
                                        <p:attrNameLst>
                                          <p:attrName>fillcolor</p:attrName>
                                        </p:attrNameLst>
                                      </p:cBhvr>
                                      <p:to>
                                        <p:clrVal>
                                          <a:schemeClr val="accent2"/>
                                        </p:clrVal>
                                      </p:to>
                                    </p:set>
                                    <p:set>
                                      <p:cBhvr>
                                        <p:cTn id="8" dur="500" fill="hold"/>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97. What </a:t>
            </a:r>
            <a:r>
              <a:rPr lang="en-GB" dirty="0">
                <a:solidFill>
                  <a:schemeClr val="tx1"/>
                </a:solidFill>
              </a:rPr>
              <a:t>can be said of student performance in a positively skewed score distribution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Few </a:t>
            </a:r>
            <a:r>
              <a:rPr lang="en-GB" dirty="0">
                <a:solidFill>
                  <a:schemeClr val="tx1"/>
                </a:solidFill>
              </a:rPr>
              <a:t>students performed excellently </a:t>
            </a:r>
          </a:p>
          <a:p>
            <a:pPr marL="514350" indent="-514350" algn="l">
              <a:buFont typeface="+mj-lt"/>
              <a:buAutoNum type="alphaUcPeriod"/>
            </a:pPr>
            <a:r>
              <a:rPr lang="en-GB" dirty="0" smtClean="0">
                <a:solidFill>
                  <a:schemeClr val="tx1"/>
                </a:solidFill>
              </a:rPr>
              <a:t>Most </a:t>
            </a:r>
            <a:r>
              <a:rPr lang="en-GB" dirty="0">
                <a:solidFill>
                  <a:schemeClr val="tx1"/>
                </a:solidFill>
              </a:rPr>
              <a:t>students performed well </a:t>
            </a:r>
            <a:endParaRPr lang="en-PH" dirty="0">
              <a:solidFill>
                <a:schemeClr val="tx1"/>
              </a:solidFill>
            </a:endParaRPr>
          </a:p>
          <a:p>
            <a:pPr marL="514350" indent="-514350" algn="l">
              <a:buFont typeface="+mj-lt"/>
              <a:buAutoNum type="alphaUcPeriod"/>
            </a:pPr>
            <a:r>
              <a:rPr lang="en-GB" dirty="0" smtClean="0">
                <a:solidFill>
                  <a:schemeClr val="tx1"/>
                </a:solidFill>
              </a:rPr>
              <a:t>Almost </a:t>
            </a:r>
            <a:r>
              <a:rPr lang="en-GB" dirty="0">
                <a:solidFill>
                  <a:schemeClr val="tx1"/>
                </a:solidFill>
              </a:rPr>
              <a:t>all students had average performance </a:t>
            </a:r>
          </a:p>
          <a:p>
            <a:pPr marL="514350" indent="-514350" algn="l">
              <a:buFont typeface="+mj-lt"/>
              <a:buAutoNum type="alphaUcPeriod"/>
            </a:pPr>
            <a:r>
              <a:rPr lang="en-GB" dirty="0" smtClean="0">
                <a:solidFill>
                  <a:schemeClr val="tx1"/>
                </a:solidFill>
              </a:rPr>
              <a:t>Most </a:t>
            </a:r>
            <a:r>
              <a:rPr lang="en-GB" dirty="0">
                <a:solidFill>
                  <a:schemeClr val="tx1"/>
                </a:solidFill>
              </a:rPr>
              <a:t>students performed poorly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98. What </a:t>
            </a:r>
            <a:r>
              <a:rPr lang="en-GB" dirty="0">
                <a:solidFill>
                  <a:schemeClr val="tx1"/>
                </a:solidFill>
              </a:rPr>
              <a:t>does it mean to state that the difficulty index of a test item is one (1</a:t>
            </a:r>
            <a:r>
              <a:rPr lang="en-GB" dirty="0" smtClean="0">
                <a:solidFill>
                  <a:schemeClr val="tx1"/>
                </a:solidFill>
              </a:rPr>
              <a:t>)?</a:t>
            </a:r>
            <a:endParaRPr lang="en-PH" dirty="0">
              <a:solidFill>
                <a:schemeClr val="tx1"/>
              </a:solidFill>
            </a:endParaRPr>
          </a:p>
          <a:p>
            <a:pPr marL="514350" indent="-514350" algn="l">
              <a:buAutoNum type="alphaUcPeriod"/>
            </a:pPr>
            <a:r>
              <a:rPr lang="en-GB" dirty="0" smtClean="0">
                <a:solidFill>
                  <a:schemeClr val="tx1"/>
                </a:solidFill>
              </a:rPr>
              <a:t>The </a:t>
            </a:r>
            <a:r>
              <a:rPr lang="en-GB" dirty="0">
                <a:solidFill>
                  <a:schemeClr val="tx1"/>
                </a:solidFill>
              </a:rPr>
              <a:t>test item is extremely </a:t>
            </a:r>
            <a:r>
              <a:rPr lang="en-GB" dirty="0" smtClean="0">
                <a:solidFill>
                  <a:schemeClr val="tx1"/>
                </a:solidFill>
              </a:rPr>
              <a:t>easy</a:t>
            </a:r>
            <a:endParaRPr lang="en-GB" dirty="0">
              <a:solidFill>
                <a:schemeClr val="tx1"/>
              </a:solidFill>
            </a:endParaRPr>
          </a:p>
          <a:p>
            <a:pPr marL="514350" indent="-514350" algn="l">
              <a:buAutoNum type="alphaUcPeriod"/>
            </a:pPr>
            <a:r>
              <a:rPr lang="en-GB" dirty="0" smtClean="0">
                <a:solidFill>
                  <a:schemeClr val="tx1"/>
                </a:solidFill>
              </a:rPr>
              <a:t>The </a:t>
            </a:r>
            <a:r>
              <a:rPr lang="en-GB" dirty="0">
                <a:solidFill>
                  <a:schemeClr val="tx1"/>
                </a:solidFill>
              </a:rPr>
              <a:t>test item is not </a:t>
            </a:r>
            <a:r>
              <a:rPr lang="en-GB" dirty="0" smtClean="0">
                <a:solidFill>
                  <a:schemeClr val="tx1"/>
                </a:solidFill>
              </a:rPr>
              <a:t>valid</a:t>
            </a:r>
          </a:p>
          <a:p>
            <a:pPr marL="514350" indent="-514350" algn="l">
              <a:buAutoNum type="alphaUcPeriod" startAt="3"/>
            </a:pPr>
            <a:r>
              <a:rPr lang="en-GB" dirty="0" smtClean="0">
                <a:solidFill>
                  <a:schemeClr val="tx1"/>
                </a:solidFill>
              </a:rPr>
              <a:t>The </a:t>
            </a:r>
            <a:r>
              <a:rPr lang="en-GB" dirty="0">
                <a:solidFill>
                  <a:schemeClr val="tx1"/>
                </a:solidFill>
              </a:rPr>
              <a:t>test item is very good and should be </a:t>
            </a:r>
            <a:r>
              <a:rPr lang="en-GB" dirty="0" smtClean="0">
                <a:solidFill>
                  <a:schemeClr val="tx1"/>
                </a:solidFill>
              </a:rPr>
              <a:t>retained</a:t>
            </a:r>
            <a:endParaRPr lang="en-PH" dirty="0">
              <a:solidFill>
                <a:schemeClr val="tx1"/>
              </a:solidFill>
            </a:endParaRPr>
          </a:p>
          <a:p>
            <a:pPr marL="514350" indent="-514350" algn="l">
              <a:buAutoNum type="alphaUcPeriod" startAt="3"/>
            </a:pPr>
            <a:r>
              <a:rPr lang="en-GB" dirty="0" smtClean="0">
                <a:solidFill>
                  <a:schemeClr val="tx1"/>
                </a:solidFill>
              </a:rPr>
              <a:t>The </a:t>
            </a:r>
            <a:r>
              <a:rPr lang="en-GB" dirty="0">
                <a:solidFill>
                  <a:schemeClr val="tx1"/>
                </a:solidFill>
              </a:rPr>
              <a:t>test item is very difficult</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style.color</p:attrName>
                                        </p:attrNameLst>
                                      </p:cBhvr>
                                      <p:to>
                                        <p:clrVal>
                                          <a:schemeClr val="accent2"/>
                                        </p:clrVal>
                                      </p:to>
                                    </p:set>
                                    <p:set>
                                      <p:cBhvr>
                                        <p:cTn id="7" dur="500" fill="hold"/>
                                        <p:tgtEl>
                                          <p:spTgt spid="3">
                                            <p:txEl>
                                              <p:pRg st="1" end="1"/>
                                            </p:txEl>
                                          </p:spTgt>
                                        </p:tgtEl>
                                        <p:attrNameLst>
                                          <p:attrName>fillcolor</p:attrName>
                                        </p:attrNameLst>
                                      </p:cBhvr>
                                      <p:to>
                                        <p:clrVal>
                                          <a:schemeClr val="accent2"/>
                                        </p:clrVal>
                                      </p:to>
                                    </p:set>
                                    <p:set>
                                      <p:cBhvr>
                                        <p:cTn id="8" dur="500" fill="hold"/>
                                        <p:tgtEl>
                                          <p:spTgt spid="3">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p:nvPr/>
        </p:nvCxnSpPr>
        <p:spPr>
          <a:xfrm>
            <a:off x="634983" y="333375"/>
            <a:ext cx="4096408" cy="1588"/>
          </a:xfrm>
          <a:prstGeom prst="line">
            <a:avLst/>
          </a:prstGeom>
          <a:ln w="28575">
            <a:solidFill>
              <a:srgbClr val="ABAE1F"/>
            </a:solidFill>
          </a:ln>
        </p:spPr>
        <p:style>
          <a:lnRef idx="1">
            <a:schemeClr val="accent1"/>
          </a:lnRef>
          <a:fillRef idx="0">
            <a:schemeClr val="accent1"/>
          </a:fillRef>
          <a:effectRef idx="0">
            <a:schemeClr val="accent1"/>
          </a:effectRef>
          <a:fontRef idx="minor">
            <a:schemeClr val="tx1"/>
          </a:fontRef>
        </p:style>
      </p:cxnSp>
      <p:pic>
        <p:nvPicPr>
          <p:cNvPr id="20" name="Picture 19" descr="notebook-paper.png"/>
          <p:cNvPicPr>
            <a:picLocks noChangeAspect="1"/>
          </p:cNvPicPr>
          <p:nvPr/>
        </p:nvPicPr>
        <p:blipFill>
          <a:blip r:embed="rId2" cstate="print"/>
          <a:stretch>
            <a:fillRect/>
          </a:stretch>
        </p:blipFill>
        <p:spPr>
          <a:xfrm rot="-300000">
            <a:off x="513526" y="493859"/>
            <a:ext cx="5775113" cy="4826950"/>
          </a:xfrm>
          <a:prstGeom prst="rect">
            <a:avLst/>
          </a:prstGeom>
          <a:effectLst>
            <a:glow rad="228600">
              <a:srgbClr val="FFFF00">
                <a:alpha val="40000"/>
              </a:srgbClr>
            </a:glow>
          </a:effectLst>
          <a:scene3d>
            <a:camera prst="orthographicFront"/>
            <a:lightRig rig="threePt" dir="t"/>
          </a:scene3d>
          <a:sp3d>
            <a:bevelT w="165100" prst="coolSlant"/>
          </a:sp3d>
        </p:spPr>
      </p:pic>
      <p:sp>
        <p:nvSpPr>
          <p:cNvPr id="21" name="Rectangle 20"/>
          <p:cNvSpPr/>
          <p:nvPr/>
        </p:nvSpPr>
        <p:spPr>
          <a:xfrm>
            <a:off x="145506" y="721574"/>
            <a:ext cx="5865198" cy="1406299"/>
          </a:xfrm>
          <a:prstGeom prst="rect">
            <a:avLst/>
          </a:prstGeom>
        </p:spPr>
        <p:txBody>
          <a:bodyPr wrap="square" lIns="82058" tIns="41029" rIns="82058" bIns="41029">
            <a:spAutoFit/>
          </a:bodyPr>
          <a:lstStyle/>
          <a:p>
            <a:pPr algn="ctr"/>
            <a:r>
              <a:rPr lang="en-US" sz="4300" b="1" spc="45" dirty="0" smtClean="0">
                <a:ln w="19050">
                  <a:solidFill>
                    <a:schemeClr val="bg1"/>
                  </a:solidFill>
                </a:ln>
                <a:solidFill>
                  <a:srgbClr val="C00000"/>
                </a:solidFill>
                <a:effectLst>
                  <a:glow rad="101600">
                    <a:schemeClr val="tx1">
                      <a:alpha val="60000"/>
                    </a:schemeClr>
                  </a:glow>
                  <a:outerShdw blurRad="76200" dist="50800" dir="5400000" algn="tl" rotWithShape="0">
                    <a:srgbClr val="000000">
                      <a:alpha val="65000"/>
                    </a:srgbClr>
                  </a:outerShdw>
                </a:effectLst>
                <a:latin typeface="Berlin Sans FB Demi" pitchFamily="34" charset="0"/>
              </a:rPr>
              <a:t>DIFFICULTY OR FACILITY </a:t>
            </a:r>
            <a:r>
              <a:rPr lang="en-US" sz="4300" b="1" spc="45" dirty="0">
                <a:ln w="19050">
                  <a:solidFill>
                    <a:schemeClr val="bg1"/>
                  </a:solidFill>
                </a:ln>
                <a:solidFill>
                  <a:srgbClr val="C00000"/>
                </a:solidFill>
                <a:effectLst>
                  <a:glow rad="101600">
                    <a:schemeClr val="tx1">
                      <a:alpha val="60000"/>
                    </a:schemeClr>
                  </a:glow>
                  <a:outerShdw blurRad="76200" dist="50800" dir="5400000" algn="tl" rotWithShape="0">
                    <a:srgbClr val="000000">
                      <a:alpha val="65000"/>
                    </a:srgbClr>
                  </a:outerShdw>
                </a:effectLst>
                <a:latin typeface="Berlin Sans FB Demi" pitchFamily="34" charset="0"/>
              </a:rPr>
              <a:t>INDEX</a:t>
            </a:r>
          </a:p>
        </p:txBody>
      </p:sp>
      <p:sp>
        <p:nvSpPr>
          <p:cNvPr id="22" name="TextBox 21"/>
          <p:cNvSpPr txBox="1"/>
          <p:nvPr/>
        </p:nvSpPr>
        <p:spPr>
          <a:xfrm>
            <a:off x="793082" y="1882588"/>
            <a:ext cx="5513503" cy="2729738"/>
          </a:xfrm>
          <a:prstGeom prst="rect">
            <a:avLst/>
          </a:prstGeom>
          <a:noFill/>
        </p:spPr>
        <p:txBody>
          <a:bodyPr wrap="square" lIns="82058" tIns="41029" rIns="82058" bIns="41029" rtlCol="0">
            <a:spAutoFit/>
          </a:bodyPr>
          <a:lstStyle/>
          <a:p>
            <a:pPr algn="just"/>
            <a:r>
              <a:rPr lang="en-US" sz="4300" b="1" dirty="0"/>
              <a:t>This is a measure of how easy or difficult is a question for quiz-takers.</a:t>
            </a:r>
            <a:endParaRPr lang="en-US" sz="4300" b="1" dirty="0">
              <a:latin typeface="Berlin Sans FB" pitchFamily="34" charset="0"/>
            </a:endParaRPr>
          </a:p>
        </p:txBody>
      </p:sp>
      <p:pic>
        <p:nvPicPr>
          <p:cNvPr id="23" name="Picture 22" descr="push pin.png"/>
          <p:cNvPicPr>
            <a:picLocks noChangeAspect="1"/>
          </p:cNvPicPr>
          <p:nvPr/>
        </p:nvPicPr>
        <p:blipFill>
          <a:blip r:embed="rId3" cstate="print"/>
          <a:stretch>
            <a:fillRect/>
          </a:stretch>
        </p:blipFill>
        <p:spPr>
          <a:xfrm>
            <a:off x="4455307" y="21081"/>
            <a:ext cx="913990" cy="856295"/>
          </a:xfrm>
          <a:prstGeom prst="rect">
            <a:avLst/>
          </a:prstGeom>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10704" y="4114800"/>
            <a:ext cx="3097475" cy="1557338"/>
          </a:xfrm>
          <a:prstGeom prst="rect">
            <a:avLst/>
          </a:prstGeom>
          <a:ln>
            <a:noFill/>
          </a:ln>
          <a:effectLst>
            <a:glow rad="101600">
              <a:schemeClr val="tx2">
                <a:alpha val="60000"/>
              </a:schemeClr>
            </a:glow>
          </a:effectLst>
          <a:scene3d>
            <a:camera prst="orthographicFront">
              <a:rot lat="0" lon="0" rev="0"/>
            </a:camera>
            <a:lightRig rig="contrasting" dir="t">
              <a:rot lat="0" lon="0" rev="7800000"/>
            </a:lightRig>
          </a:scene3d>
          <a:sp3d>
            <a:bevelT w="139700" h="139700"/>
          </a:sp3d>
        </p:spPr>
      </p:pic>
    </p:spTree>
    <p:extLst>
      <p:ext uri="{BB962C8B-B14F-4D97-AF65-F5344CB8AC3E}">
        <p14:creationId xmlns:p14="http://schemas.microsoft.com/office/powerpoint/2010/main" val="1342781619"/>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7920" y="457201"/>
            <a:ext cx="6149351" cy="4684987"/>
          </a:xfrm>
          <a:prstGeom prst="rect">
            <a:avLst/>
          </a:prstGeom>
        </p:spPr>
      </p:pic>
      <p:sp>
        <p:nvSpPr>
          <p:cNvPr id="4" name="Rectangle 3"/>
          <p:cNvSpPr/>
          <p:nvPr/>
        </p:nvSpPr>
        <p:spPr>
          <a:xfrm>
            <a:off x="2517922" y="4706471"/>
            <a:ext cx="6070199" cy="814703"/>
          </a:xfrm>
          <a:prstGeom prst="rect">
            <a:avLst/>
          </a:prstGeom>
        </p:spPr>
        <p:txBody>
          <a:bodyPr wrap="square" lIns="82058" tIns="41029" rIns="82058" bIns="41029">
            <a:spAutoFit/>
          </a:bodyPr>
          <a:lstStyle/>
          <a:p>
            <a:pPr algn="ctr"/>
            <a:r>
              <a:rPr lang="en-US" sz="4800" b="1" spc="45" dirty="0">
                <a:ln w="38100">
                  <a:solidFill>
                    <a:schemeClr val="bg1"/>
                  </a:solidFill>
                </a:ln>
                <a:solidFill>
                  <a:srgbClr val="C00000"/>
                </a:solidFill>
                <a:effectLst>
                  <a:glow rad="101600">
                    <a:schemeClr val="tx1">
                      <a:alpha val="60000"/>
                    </a:schemeClr>
                  </a:glow>
                </a:effectLst>
                <a:latin typeface="Berlin Sans FB" pitchFamily="34" charset="0"/>
              </a:rPr>
              <a:t>DIFFICULTY INDEX</a:t>
            </a:r>
          </a:p>
        </p:txBody>
      </p:sp>
      <p:sp>
        <p:nvSpPr>
          <p:cNvPr id="6" name="Rectangle 5"/>
          <p:cNvSpPr/>
          <p:nvPr/>
        </p:nvSpPr>
        <p:spPr>
          <a:xfrm>
            <a:off x="3242265" y="1479177"/>
            <a:ext cx="4571355" cy="2471265"/>
          </a:xfrm>
          <a:prstGeom prst="rect">
            <a:avLst/>
          </a:prstGeom>
        </p:spPr>
        <p:txBody>
          <a:bodyPr lIns="82058" tIns="41029" rIns="82058" bIns="41029">
            <a:spAutoFit/>
          </a:bodyPr>
          <a:lstStyle/>
          <a:p>
            <a:pPr algn="ctr"/>
            <a:r>
              <a:rPr lang="en-US" sz="3900" dirty="0">
                <a:latin typeface="Berlin Sans FB Demi" panose="020E0802020502020306" pitchFamily="34" charset="0"/>
              </a:rPr>
              <a:t>Percentage of students who answered the item correctly.</a:t>
            </a:r>
          </a:p>
        </p:txBody>
      </p:sp>
      <p:pic>
        <p:nvPicPr>
          <p:cNvPr id="5126" name="Picture 6" descr="Image result for dancing question mark animated 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15637" y="1311456"/>
            <a:ext cx="1979234" cy="32605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Diagram 7"/>
          <p:cNvGraphicFramePr/>
          <p:nvPr>
            <p:extLst>
              <p:ext uri="{D42A27DB-BD31-4B8C-83A1-F6EECF244321}">
                <p14:modId xmlns:p14="http://schemas.microsoft.com/office/powerpoint/2010/main" val="4150977122"/>
              </p:ext>
            </p:extLst>
          </p:nvPr>
        </p:nvGraphicFramePr>
        <p:xfrm>
          <a:off x="2147455" y="874059"/>
          <a:ext cx="6096000" cy="39444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6013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6"/>
                                        </p:tgtEl>
                                      </p:cBhvr>
                                    </p:animEffect>
                                    <p:anim calcmode="lin" valueType="num">
                                      <p:cBhvr>
                                        <p:cTn id="7" dur="1000"/>
                                        <p:tgtEl>
                                          <p:spTgt spid="6"/>
                                        </p:tgtEl>
                                        <p:attrNameLst>
                                          <p:attrName>ppt_x</p:attrName>
                                        </p:attrNameLst>
                                      </p:cBhvr>
                                      <p:tavLst>
                                        <p:tav tm="0">
                                          <p:val>
                                            <p:strVal val="ppt_x"/>
                                          </p:val>
                                        </p:tav>
                                        <p:tav tm="100000">
                                          <p:val>
                                            <p:strVal val="ppt_x"/>
                                          </p:val>
                                        </p:tav>
                                      </p:tavLst>
                                    </p:anim>
                                    <p:anim calcmode="lin" valueType="num">
                                      <p:cBhvr>
                                        <p:cTn id="8" dur="1000"/>
                                        <p:tgtEl>
                                          <p:spTgt spid="6"/>
                                        </p:tgtEl>
                                        <p:attrNameLst>
                                          <p:attrName>ppt_y</p:attrName>
                                        </p:attrNameLst>
                                      </p:cBhvr>
                                      <p:tavLst>
                                        <p:tav tm="0">
                                          <p:val>
                                            <p:strVal val="ppt_y"/>
                                          </p:val>
                                        </p:tav>
                                        <p:tav tm="100000">
                                          <p:val>
                                            <p:strVal val="ppt_y+.1"/>
                                          </p:val>
                                        </p:tav>
                                      </p:tavLst>
                                    </p:anim>
                                    <p:set>
                                      <p:cBhvr>
                                        <p:cTn id="9" dur="1" fill="hold">
                                          <p:stCondLst>
                                            <p:cond delay="999"/>
                                          </p:stCondLst>
                                        </p:cTn>
                                        <p:tgtEl>
                                          <p:spTgt spid="6"/>
                                        </p:tgtEl>
                                        <p:attrNameLst>
                                          <p:attrName>style.visibility</p:attrName>
                                        </p:attrNameLst>
                                      </p:cBhvr>
                                      <p:to>
                                        <p:strVal val="hidden"/>
                                      </p:to>
                                    </p:set>
                                  </p:childTnLst>
                                </p:cTn>
                              </p:par>
                              <p:par>
                                <p:cTn id="10" presetID="42" presetClass="exit" presetSubtype="0" fill="hold" nodeType="withEffect">
                                  <p:stCondLst>
                                    <p:cond delay="0"/>
                                  </p:stCondLst>
                                  <p:childTnLst>
                                    <p:animEffect transition="out" filter="fade">
                                      <p:cBhvr>
                                        <p:cTn id="11" dur="1000"/>
                                        <p:tgtEl>
                                          <p:spTgt spid="5"/>
                                        </p:tgtEl>
                                      </p:cBhvr>
                                    </p:animEffect>
                                    <p:anim calcmode="lin" valueType="num">
                                      <p:cBhvr>
                                        <p:cTn id="12" dur="1000"/>
                                        <p:tgtEl>
                                          <p:spTgt spid="5"/>
                                        </p:tgtEl>
                                        <p:attrNameLst>
                                          <p:attrName>ppt_x</p:attrName>
                                        </p:attrNameLst>
                                      </p:cBhvr>
                                      <p:tavLst>
                                        <p:tav tm="0">
                                          <p:val>
                                            <p:strVal val="ppt_x"/>
                                          </p:val>
                                        </p:tav>
                                        <p:tav tm="100000">
                                          <p:val>
                                            <p:strVal val="ppt_x"/>
                                          </p:val>
                                        </p:tav>
                                      </p:tavLst>
                                    </p:anim>
                                    <p:anim calcmode="lin" valueType="num">
                                      <p:cBhvr>
                                        <p:cTn id="13" dur="1000"/>
                                        <p:tgtEl>
                                          <p:spTgt spid="5"/>
                                        </p:tgtEl>
                                        <p:attrNameLst>
                                          <p:attrName>ppt_y</p:attrName>
                                        </p:attrNameLst>
                                      </p:cBhvr>
                                      <p:tavLst>
                                        <p:tav tm="0">
                                          <p:val>
                                            <p:strVal val="ppt_y"/>
                                          </p:val>
                                        </p:tav>
                                        <p:tav tm="100000">
                                          <p:val>
                                            <p:strVal val="ppt_y+.1"/>
                                          </p:val>
                                        </p:tav>
                                      </p:tavLst>
                                    </p:anim>
                                    <p:set>
                                      <p:cBhvr>
                                        <p:cTn id="14" dur="1" fill="hold">
                                          <p:stCondLst>
                                            <p:cond delay="999"/>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Graphic spid="8" grpId="0">
        <p:bldAsOne/>
      </p:bldGraphic>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99. In </a:t>
            </a:r>
            <a:r>
              <a:rPr lang="en-GB" dirty="0">
                <a:solidFill>
                  <a:schemeClr val="tx1"/>
                </a:solidFill>
              </a:rPr>
              <a:t>preparing classroom tests, which of the following checklist is the last among steps in tests preparation</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How </a:t>
            </a:r>
            <a:r>
              <a:rPr lang="en-GB" dirty="0">
                <a:solidFill>
                  <a:schemeClr val="tx1"/>
                </a:solidFill>
              </a:rPr>
              <a:t>are the test scores to be </a:t>
            </a:r>
            <a:r>
              <a:rPr lang="en-GB" dirty="0" smtClean="0">
                <a:solidFill>
                  <a:schemeClr val="tx1"/>
                </a:solidFill>
              </a:rPr>
              <a:t>tabulated?</a:t>
            </a:r>
            <a:endParaRPr lang="en-GB" dirty="0">
              <a:solidFill>
                <a:schemeClr val="tx1"/>
              </a:solidFill>
            </a:endParaRPr>
          </a:p>
          <a:p>
            <a:pPr marL="514350" indent="-514350" algn="l">
              <a:buFont typeface="+mj-lt"/>
              <a:buAutoNum type="alphaUcPeriod"/>
            </a:pPr>
            <a:r>
              <a:rPr lang="en-GB" dirty="0" smtClean="0">
                <a:solidFill>
                  <a:schemeClr val="tx1"/>
                </a:solidFill>
              </a:rPr>
              <a:t>Have </a:t>
            </a:r>
            <a:r>
              <a:rPr lang="en-GB" dirty="0">
                <a:solidFill>
                  <a:schemeClr val="tx1"/>
                </a:solidFill>
              </a:rPr>
              <a:t>I prepared a Table of Specifications?	</a:t>
            </a:r>
            <a:endParaRPr lang="en-GB" dirty="0" smtClean="0">
              <a:solidFill>
                <a:schemeClr val="tx1"/>
              </a:solidFill>
            </a:endParaRPr>
          </a:p>
          <a:p>
            <a:pPr marL="514350" indent="-514350" algn="l">
              <a:buFont typeface="+mj-lt"/>
              <a:buAutoNum type="alphaUcPeriod"/>
            </a:pPr>
            <a:r>
              <a:rPr lang="en-GB" dirty="0" smtClean="0">
                <a:solidFill>
                  <a:schemeClr val="tx1"/>
                </a:solidFill>
              </a:rPr>
              <a:t>How </a:t>
            </a:r>
            <a:r>
              <a:rPr lang="en-GB" dirty="0">
                <a:solidFill>
                  <a:schemeClr val="tx1"/>
                </a:solidFill>
              </a:rPr>
              <a:t>are the test results to be reported? 	</a:t>
            </a:r>
            <a:endParaRPr lang="en-PH" dirty="0">
              <a:solidFill>
                <a:schemeClr val="tx1"/>
              </a:solidFill>
            </a:endParaRPr>
          </a:p>
          <a:p>
            <a:pPr marL="514350" indent="-514350" algn="l">
              <a:buFont typeface="+mj-lt"/>
              <a:buAutoNum type="alphaUcPeriod"/>
            </a:pPr>
            <a:r>
              <a:rPr lang="en-GB" dirty="0" smtClean="0">
                <a:solidFill>
                  <a:schemeClr val="tx1"/>
                </a:solidFill>
              </a:rPr>
              <a:t>How </a:t>
            </a:r>
            <a:r>
              <a:rPr lang="en-GB" dirty="0">
                <a:solidFill>
                  <a:schemeClr val="tx1"/>
                </a:solidFill>
              </a:rPr>
              <a:t>is the objective item to be scored?</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9879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style.color</p:attrName>
                                        </p:attrNameLst>
                                      </p:cBhvr>
                                      <p:to>
                                        <p:clrVal>
                                          <a:schemeClr val="accent2"/>
                                        </p:clrVal>
                                      </p:to>
                                    </p:set>
                                    <p:set>
                                      <p:cBhvr>
                                        <p:cTn id="7" dur="500" fill="hold"/>
                                        <p:tgtEl>
                                          <p:spTgt spid="3">
                                            <p:txEl>
                                              <p:pRg st="3" end="3"/>
                                            </p:txEl>
                                          </p:spTgt>
                                        </p:tgtEl>
                                        <p:attrNameLst>
                                          <p:attrName>fillcolor</p:attrName>
                                        </p:attrNameLst>
                                      </p:cBhvr>
                                      <p:to>
                                        <p:clrVal>
                                          <a:schemeClr val="accent2"/>
                                        </p:clrVal>
                                      </p:to>
                                    </p:set>
                                    <p:set>
                                      <p:cBhvr>
                                        <p:cTn id="8"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28600"/>
            <a:ext cx="8991600" cy="5715000"/>
          </a:xfrm>
        </p:spPr>
        <p:txBody>
          <a:bodyPr>
            <a:normAutofit/>
          </a:bodyPr>
          <a:lstStyle/>
          <a:p>
            <a:pPr algn="l"/>
            <a:r>
              <a:rPr lang="en-GB" dirty="0" smtClean="0">
                <a:solidFill>
                  <a:schemeClr val="tx1"/>
                </a:solidFill>
              </a:rPr>
              <a:t>100. What </a:t>
            </a:r>
            <a:r>
              <a:rPr lang="en-GB" dirty="0">
                <a:solidFill>
                  <a:schemeClr val="tx1"/>
                </a:solidFill>
              </a:rPr>
              <a:t>is the direct advantage of test result in tests and quizzes</a:t>
            </a:r>
            <a:r>
              <a:rPr lang="en-GB" dirty="0" smtClean="0">
                <a:solidFill>
                  <a:schemeClr val="tx1"/>
                </a:solidFill>
              </a:rPr>
              <a:t>?</a:t>
            </a:r>
            <a:endParaRPr lang="en-PH" dirty="0">
              <a:solidFill>
                <a:schemeClr val="tx1"/>
              </a:solidFill>
            </a:endParaRPr>
          </a:p>
          <a:p>
            <a:pPr marL="514350" indent="-514350" algn="l">
              <a:buFont typeface="+mj-lt"/>
              <a:buAutoNum type="alphaUcPeriod"/>
            </a:pPr>
            <a:r>
              <a:rPr lang="en-GB" dirty="0" smtClean="0">
                <a:solidFill>
                  <a:schemeClr val="tx1"/>
                </a:solidFill>
              </a:rPr>
              <a:t>Basis </a:t>
            </a:r>
            <a:r>
              <a:rPr lang="en-GB" dirty="0">
                <a:solidFill>
                  <a:schemeClr val="tx1"/>
                </a:solidFill>
              </a:rPr>
              <a:t>of students’ level of </a:t>
            </a:r>
            <a:r>
              <a:rPr lang="en-GB" dirty="0" smtClean="0">
                <a:solidFill>
                  <a:schemeClr val="tx1"/>
                </a:solidFill>
              </a:rPr>
              <a:t>accomplishment</a:t>
            </a:r>
            <a:r>
              <a:rPr lang="en-GB" dirty="0">
                <a:solidFill>
                  <a:schemeClr val="tx1"/>
                </a:solidFill>
              </a:rPr>
              <a:t>	</a:t>
            </a:r>
            <a:endParaRPr lang="en-GB" dirty="0" smtClean="0">
              <a:solidFill>
                <a:schemeClr val="tx1"/>
              </a:solidFill>
            </a:endParaRPr>
          </a:p>
          <a:p>
            <a:pPr marL="514350" indent="-514350" algn="l">
              <a:buFont typeface="+mj-lt"/>
              <a:buAutoNum type="alphaUcPeriod"/>
            </a:pPr>
            <a:r>
              <a:rPr lang="en-GB" dirty="0" smtClean="0">
                <a:solidFill>
                  <a:schemeClr val="tx1"/>
                </a:solidFill>
              </a:rPr>
              <a:t>Indicator </a:t>
            </a:r>
            <a:r>
              <a:rPr lang="en-GB" dirty="0">
                <a:solidFill>
                  <a:schemeClr val="tx1"/>
                </a:solidFill>
              </a:rPr>
              <a:t>of student motivation </a:t>
            </a:r>
            <a:endParaRPr lang="en-GB" dirty="0" smtClean="0">
              <a:solidFill>
                <a:schemeClr val="tx1"/>
              </a:solidFill>
            </a:endParaRPr>
          </a:p>
          <a:p>
            <a:pPr marL="514350" indent="-514350" algn="l">
              <a:buFont typeface="+mj-lt"/>
              <a:buAutoNum type="alphaUcPeriod"/>
            </a:pPr>
            <a:r>
              <a:rPr lang="en-GB" dirty="0" smtClean="0">
                <a:solidFill>
                  <a:schemeClr val="tx1"/>
                </a:solidFill>
              </a:rPr>
              <a:t>Demonstrates </a:t>
            </a:r>
            <a:r>
              <a:rPr lang="en-GB" dirty="0">
                <a:solidFill>
                  <a:schemeClr val="tx1"/>
                </a:solidFill>
              </a:rPr>
              <a:t>proof of overall </a:t>
            </a:r>
            <a:r>
              <a:rPr lang="en-GB" dirty="0" smtClean="0">
                <a:solidFill>
                  <a:schemeClr val="tx1"/>
                </a:solidFill>
              </a:rPr>
              <a:t>performance</a:t>
            </a:r>
            <a:endParaRPr lang="en-GB" dirty="0">
              <a:solidFill>
                <a:schemeClr val="tx1"/>
              </a:solidFill>
            </a:endParaRPr>
          </a:p>
          <a:p>
            <a:pPr marL="514350" indent="-514350" algn="l">
              <a:buFont typeface="+mj-lt"/>
              <a:buAutoNum type="alphaUcPeriod"/>
            </a:pPr>
            <a:r>
              <a:rPr lang="en-GB" dirty="0" smtClean="0">
                <a:solidFill>
                  <a:schemeClr val="tx1"/>
                </a:solidFill>
              </a:rPr>
              <a:t>Indicator </a:t>
            </a:r>
            <a:r>
              <a:rPr lang="en-GB" dirty="0">
                <a:solidFill>
                  <a:schemeClr val="tx1"/>
                </a:solidFill>
              </a:rPr>
              <a:t>of learner’s performance in subject areas </a:t>
            </a:r>
            <a:endParaRPr lang="en-PH"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828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style.color</p:attrName>
                                        </p:attrNameLst>
                                      </p:cBhvr>
                                      <p:to>
                                        <p:clrVal>
                                          <a:schemeClr val="accent2"/>
                                        </p:clrVal>
                                      </p:to>
                                    </p:set>
                                    <p:set>
                                      <p:cBhvr>
                                        <p:cTn id="7" dur="500" fill="hold"/>
                                        <p:tgtEl>
                                          <p:spTgt spid="3">
                                            <p:txEl>
                                              <p:pRg st="4" end="4"/>
                                            </p:txEl>
                                          </p:spTgt>
                                        </p:tgtEl>
                                        <p:attrNameLst>
                                          <p:attrName>fillcolor</p:attrName>
                                        </p:attrNameLst>
                                      </p:cBhvr>
                                      <p:to>
                                        <p:clrVal>
                                          <a:schemeClr val="accent2"/>
                                        </p:clrVal>
                                      </p:to>
                                    </p:set>
                                    <p:set>
                                      <p:cBhvr>
                                        <p:cTn id="8"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9445</TotalTime>
  <Words>4452</Words>
  <Application>Microsoft Office PowerPoint</Application>
  <PresentationFormat>On-screen Show (4:3)</PresentationFormat>
  <Paragraphs>845</Paragraphs>
  <Slides>150</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150</vt:i4>
      </vt:variant>
    </vt:vector>
  </HeadingPairs>
  <TitlesOfParts>
    <vt:vector size="160" baseType="lpstr">
      <vt:lpstr>Aharoni</vt:lpstr>
      <vt:lpstr>Arial</vt:lpstr>
      <vt:lpstr>Bauhaus 93</vt:lpstr>
      <vt:lpstr>Berlin Sans FB</vt:lpstr>
      <vt:lpstr>Berlin Sans FB Demi</vt:lpstr>
      <vt:lpstr>Calibri</vt:lpstr>
      <vt:lpstr>Steelfish Rg</vt:lpstr>
      <vt:lpstr>Ubuntu</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lesterscruz</dc:creator>
  <cp:lastModifiedBy>mark araza</cp:lastModifiedBy>
  <cp:revision>43</cp:revision>
  <dcterms:created xsi:type="dcterms:W3CDTF">2006-08-16T00:00:00Z</dcterms:created>
  <dcterms:modified xsi:type="dcterms:W3CDTF">2017-09-10T14:14:40Z</dcterms:modified>
</cp:coreProperties>
</file>