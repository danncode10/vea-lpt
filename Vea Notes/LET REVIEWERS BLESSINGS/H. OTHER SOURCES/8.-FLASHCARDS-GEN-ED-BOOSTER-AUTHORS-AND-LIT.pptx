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5" r:id="rId37"/>
    <p:sldId id="294" r:id="rId38"/>
    <p:sldId id="293" r:id="rId39"/>
    <p:sldId id="298" r:id="rId40"/>
    <p:sldId id="297" r:id="rId41"/>
    <p:sldId id="299" r:id="rId42"/>
    <p:sldId id="303" r:id="rId43"/>
    <p:sldId id="304" r:id="rId44"/>
    <p:sldId id="305" r:id="rId45"/>
    <p:sldId id="300" r:id="rId46"/>
    <p:sldId id="301" r:id="rId47"/>
    <p:sldId id="302" r:id="rId48"/>
    <p:sldId id="386" r:id="rId49"/>
    <p:sldId id="387" r:id="rId50"/>
    <p:sldId id="388" r:id="rId51"/>
    <p:sldId id="389" r:id="rId52"/>
    <p:sldId id="307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09" r:id="rId62"/>
    <p:sldId id="308" r:id="rId63"/>
    <p:sldId id="321" r:id="rId64"/>
    <p:sldId id="319" r:id="rId65"/>
    <p:sldId id="322" r:id="rId66"/>
    <p:sldId id="320" r:id="rId67"/>
    <p:sldId id="306" r:id="rId68"/>
    <p:sldId id="310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85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4" r:id="rId131"/>
    <p:sldId id="383" r:id="rId1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7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4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0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4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2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2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1D34-AA11-4638-8DC5-53984E36FD26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FF6A-C45D-337F-73EA-0FA0FD16B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Arial Black" panose="020B0A04020102020204" pitchFamily="34" charset="0"/>
              </a:rPr>
              <a:t>Gen Ed Booster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93DF0-5D98-3A6E-CCA1-DB1772AA7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AUTHORS AND LITERATURE (English and Filipino) </a:t>
            </a:r>
          </a:p>
        </p:txBody>
      </p:sp>
    </p:spTree>
    <p:extLst>
      <p:ext uri="{BB962C8B-B14F-4D97-AF65-F5344CB8AC3E}">
        <p14:creationId xmlns:p14="http://schemas.microsoft.com/office/powerpoint/2010/main" val="95450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UNCLE TOM’S CABIN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HARRIETTE B. STOWE </a:t>
            </a:r>
          </a:p>
        </p:txBody>
      </p:sp>
    </p:spTree>
    <p:extLst>
      <p:ext uri="{BB962C8B-B14F-4D97-AF65-F5344CB8AC3E}">
        <p14:creationId xmlns:p14="http://schemas.microsoft.com/office/powerpoint/2010/main" val="117328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PARADISE LOST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JOHN MILTON</a:t>
            </a:r>
          </a:p>
        </p:txBody>
      </p:sp>
    </p:spTree>
    <p:extLst>
      <p:ext uri="{BB962C8B-B14F-4D97-AF65-F5344CB8AC3E}">
        <p14:creationId xmlns:p14="http://schemas.microsoft.com/office/powerpoint/2010/main" val="2202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7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CANTERBURY TALES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CHAUCER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FC9710-4F64-2C7A-E99E-914A4018B830}"/>
              </a:ext>
            </a:extLst>
          </p:cNvPr>
          <p:cNvSpPr txBox="1">
            <a:spLocks/>
          </p:cNvSpPr>
          <p:nvPr/>
        </p:nvSpPr>
        <p:spPr>
          <a:xfrm>
            <a:off x="838200" y="18892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MORNING STAR</a:t>
            </a:r>
          </a:p>
        </p:txBody>
      </p:sp>
    </p:spTree>
    <p:extLst>
      <p:ext uri="{BB962C8B-B14F-4D97-AF65-F5344CB8AC3E}">
        <p14:creationId xmlns:p14="http://schemas.microsoft.com/office/powerpoint/2010/main" val="350297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232000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Arial Black" panose="020B0A04020102020204" pitchFamily="34" charset="0"/>
              </a:rPr>
              <a:t>FATHER OF ENGLISH SHORT 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63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GUY DE MAUPASSANT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293F9E-9FD9-3E39-FBFB-9A76DB67A817}"/>
              </a:ext>
            </a:extLst>
          </p:cNvPr>
          <p:cNvSpPr txBox="1">
            <a:spLocks/>
          </p:cNvSpPr>
          <p:nvPr/>
        </p:nvSpPr>
        <p:spPr>
          <a:xfrm>
            <a:off x="1006642" y="854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THE NECKLACE</a:t>
            </a:r>
          </a:p>
        </p:txBody>
      </p:sp>
    </p:spTree>
    <p:extLst>
      <p:ext uri="{BB962C8B-B14F-4D97-AF65-F5344CB8AC3E}">
        <p14:creationId xmlns:p14="http://schemas.microsoft.com/office/powerpoint/2010/main" val="293696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232000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Arial Black" panose="020B0A04020102020204" pitchFamily="34" charset="0"/>
              </a:rPr>
              <a:t>HORROR/DETECTIVE 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63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EDGAR ALLAN POE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293F9E-9FD9-3E39-FBFB-9A76DB67A817}"/>
              </a:ext>
            </a:extLst>
          </p:cNvPr>
          <p:cNvSpPr txBox="1">
            <a:spLocks/>
          </p:cNvSpPr>
          <p:nvPr/>
        </p:nvSpPr>
        <p:spPr>
          <a:xfrm>
            <a:off x="1006642" y="854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ANNABELLE LEE</a:t>
            </a:r>
          </a:p>
        </p:txBody>
      </p:sp>
    </p:spTree>
    <p:extLst>
      <p:ext uri="{BB962C8B-B14F-4D97-AF65-F5344CB8AC3E}">
        <p14:creationId xmlns:p14="http://schemas.microsoft.com/office/powerpoint/2010/main" val="379825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611" y="187027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GITANJALI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1</a:t>
            </a:r>
            <a:r>
              <a:rPr lang="en-US" sz="6600" b="1" baseline="30000" dirty="0">
                <a:solidFill>
                  <a:srgbClr val="002060"/>
                </a:solidFill>
                <a:latin typeface="Arial Black" panose="020B0A04020102020204" pitchFamily="34" charset="0"/>
              </a:rPr>
              <a:t>ST</a:t>
            </a:r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 ASIAN NOBEL AWARDEE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49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R. TAGORE</a:t>
            </a:r>
          </a:p>
        </p:txBody>
      </p:sp>
    </p:spTree>
    <p:extLst>
      <p:ext uri="{BB962C8B-B14F-4D97-AF65-F5344CB8AC3E}">
        <p14:creationId xmlns:p14="http://schemas.microsoft.com/office/powerpoint/2010/main" val="280194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1</a:t>
            </a:r>
            <a:r>
              <a:rPr lang="en-US" sz="6600" b="1" baseline="30000" dirty="0">
                <a:latin typeface="Arial Black" panose="020B0A04020102020204" pitchFamily="34" charset="0"/>
              </a:rPr>
              <a:t>ST</a:t>
            </a:r>
            <a:r>
              <a:rPr lang="en-US" sz="6600" b="1" dirty="0">
                <a:latin typeface="Arial Black" panose="020B0A04020102020204" pitchFamily="34" charset="0"/>
              </a:rPr>
              <a:t> FILIPINA NOBEL AWARDEE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MARIA RESSA, RAPPLER</a:t>
            </a:r>
          </a:p>
        </p:txBody>
      </p:sp>
    </p:spTree>
    <p:extLst>
      <p:ext uri="{BB962C8B-B14F-4D97-AF65-F5344CB8AC3E}">
        <p14:creationId xmlns:p14="http://schemas.microsoft.com/office/powerpoint/2010/main" val="13328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RUBAIYAT (CARP DIEM, GRASP PLEASURE)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OMAR KHAYGAM</a:t>
            </a:r>
          </a:p>
        </p:txBody>
      </p:sp>
    </p:spTree>
    <p:extLst>
      <p:ext uri="{BB962C8B-B14F-4D97-AF65-F5344CB8AC3E}">
        <p14:creationId xmlns:p14="http://schemas.microsoft.com/office/powerpoint/2010/main" val="349187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681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DIVINE COMEDY or COMEDIA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07089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DANTE ALLEGERY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E241A5-923F-171B-CE2B-ED00082DE931}"/>
              </a:ext>
            </a:extLst>
          </p:cNvPr>
          <p:cNvSpPr txBox="1">
            <a:spLocks/>
          </p:cNvSpPr>
          <p:nvPr/>
        </p:nvSpPr>
        <p:spPr>
          <a:xfrm>
            <a:off x="838200" y="3062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INFERNO –FAMOUS</a:t>
            </a:r>
          </a:p>
          <a:p>
            <a:pPr marL="1143000" indent="-114300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PARAISO</a:t>
            </a:r>
          </a:p>
          <a:p>
            <a:pPr marL="1143000" indent="-114300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PURGATORYO</a:t>
            </a:r>
          </a:p>
        </p:txBody>
      </p:sp>
    </p:spTree>
    <p:extLst>
      <p:ext uri="{BB962C8B-B14F-4D97-AF65-F5344CB8AC3E}">
        <p14:creationId xmlns:p14="http://schemas.microsoft.com/office/powerpoint/2010/main" val="43918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NARNIA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>(</a:t>
            </a:r>
            <a:r>
              <a:rPr lang="en-US" sz="6600" b="1" dirty="0" err="1">
                <a:latin typeface="Arial Black" panose="020B0A04020102020204" pitchFamily="34" charset="0"/>
              </a:rPr>
              <a:t>aslar</a:t>
            </a:r>
            <a:r>
              <a:rPr lang="en-US" sz="6600" b="1" dirty="0">
                <a:latin typeface="Arial Black" panose="020B0A04020102020204" pitchFamily="34" charset="0"/>
              </a:rPr>
              <a:t>-lion)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C.S LEWIS</a:t>
            </a:r>
          </a:p>
        </p:txBody>
      </p:sp>
    </p:spTree>
    <p:extLst>
      <p:ext uri="{BB962C8B-B14F-4D97-AF65-F5344CB8AC3E}">
        <p14:creationId xmlns:p14="http://schemas.microsoft.com/office/powerpoint/2010/main" val="308752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SILAS MARNER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006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GEORGE ELLIOT (MARY ANNE EVANS) </a:t>
            </a:r>
          </a:p>
        </p:txBody>
      </p:sp>
    </p:spTree>
    <p:extLst>
      <p:ext uri="{BB962C8B-B14F-4D97-AF65-F5344CB8AC3E}">
        <p14:creationId xmlns:p14="http://schemas.microsoft.com/office/powerpoint/2010/main" val="369762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GETTYSBURG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180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ABRAHAM LINCOLN </a:t>
            </a:r>
          </a:p>
        </p:txBody>
      </p:sp>
    </p:spTree>
    <p:extLst>
      <p:ext uri="{BB962C8B-B14F-4D97-AF65-F5344CB8AC3E}">
        <p14:creationId xmlns:p14="http://schemas.microsoft.com/office/powerpoint/2010/main" val="17026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DR. ZHIVAGO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990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BORIS PATERNAK (Russian totalitarianism)</a:t>
            </a:r>
          </a:p>
        </p:txBody>
      </p:sp>
    </p:spTree>
    <p:extLst>
      <p:ext uri="{BB962C8B-B14F-4D97-AF65-F5344CB8AC3E}">
        <p14:creationId xmlns:p14="http://schemas.microsoft.com/office/powerpoint/2010/main" val="101381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SCARLETTE LETTER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HAWTHORNE </a:t>
            </a:r>
          </a:p>
        </p:txBody>
      </p:sp>
    </p:spTree>
    <p:extLst>
      <p:ext uri="{BB962C8B-B14F-4D97-AF65-F5344CB8AC3E}">
        <p14:creationId xmlns:p14="http://schemas.microsoft.com/office/powerpoint/2010/main" val="203294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HAWTHORNE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BAIT-BAITAN PAG MAY NAKATINGIN </a:t>
            </a:r>
          </a:p>
        </p:txBody>
      </p:sp>
    </p:spTree>
    <p:extLst>
      <p:ext uri="{BB962C8B-B14F-4D97-AF65-F5344CB8AC3E}">
        <p14:creationId xmlns:p14="http://schemas.microsoft.com/office/powerpoint/2010/main" val="12572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HARRY POTTER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J.K. ROWLING</a:t>
            </a:r>
          </a:p>
        </p:txBody>
      </p:sp>
    </p:spTree>
    <p:extLst>
      <p:ext uri="{BB962C8B-B14F-4D97-AF65-F5344CB8AC3E}">
        <p14:creationId xmlns:p14="http://schemas.microsoft.com/office/powerpoint/2010/main" val="375855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THE GREAT GATSBY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FRITZGERALD </a:t>
            </a:r>
          </a:p>
        </p:txBody>
      </p:sp>
    </p:spTree>
    <p:extLst>
      <p:ext uri="{BB962C8B-B14F-4D97-AF65-F5344CB8AC3E}">
        <p14:creationId xmlns:p14="http://schemas.microsoft.com/office/powerpoint/2010/main" val="59258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MRS. DALLOWAY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WOOLF</a:t>
            </a:r>
          </a:p>
        </p:txBody>
      </p:sp>
    </p:spTree>
    <p:extLst>
      <p:ext uri="{BB962C8B-B14F-4D97-AF65-F5344CB8AC3E}">
        <p14:creationId xmlns:p14="http://schemas.microsoft.com/office/powerpoint/2010/main" val="209491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THE PICTURE OF DORIAN GRAY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OSCAR WILDE </a:t>
            </a:r>
          </a:p>
        </p:txBody>
      </p:sp>
    </p:spTree>
    <p:extLst>
      <p:ext uri="{BB962C8B-B14F-4D97-AF65-F5344CB8AC3E}">
        <p14:creationId xmlns:p14="http://schemas.microsoft.com/office/powerpoint/2010/main" val="223307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HUCKELBERRY FINN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MARK TWAIN </a:t>
            </a:r>
          </a:p>
        </p:txBody>
      </p:sp>
    </p:spTree>
    <p:extLst>
      <p:ext uri="{BB962C8B-B14F-4D97-AF65-F5344CB8AC3E}">
        <p14:creationId xmlns:p14="http://schemas.microsoft.com/office/powerpoint/2010/main" val="56796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VANITY FAIR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MARK MAKEPEACE THACKERAY </a:t>
            </a:r>
          </a:p>
        </p:txBody>
      </p:sp>
    </p:spTree>
    <p:extLst>
      <p:ext uri="{BB962C8B-B14F-4D97-AF65-F5344CB8AC3E}">
        <p14:creationId xmlns:p14="http://schemas.microsoft.com/office/powerpoint/2010/main" val="27956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GULLIVAN’S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JONATHAN SWIFT</a:t>
            </a:r>
          </a:p>
        </p:txBody>
      </p:sp>
    </p:spTree>
    <p:extLst>
      <p:ext uri="{BB962C8B-B14F-4D97-AF65-F5344CB8AC3E}">
        <p14:creationId xmlns:p14="http://schemas.microsoft.com/office/powerpoint/2010/main" val="191400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ROBINSON CRUSOE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DANIEL DEFOE </a:t>
            </a:r>
          </a:p>
        </p:txBody>
      </p:sp>
    </p:spTree>
    <p:extLst>
      <p:ext uri="{BB962C8B-B14F-4D97-AF65-F5344CB8AC3E}">
        <p14:creationId xmlns:p14="http://schemas.microsoft.com/office/powerpoint/2010/main" val="29600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THE ROAD NOT TAKEN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ROBERT FROST </a:t>
            </a:r>
          </a:p>
        </p:txBody>
      </p:sp>
    </p:spTree>
    <p:extLst>
      <p:ext uri="{BB962C8B-B14F-4D97-AF65-F5344CB8AC3E}">
        <p14:creationId xmlns:p14="http://schemas.microsoft.com/office/powerpoint/2010/main" val="182417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OEDIPUS REX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SOPHOCLES </a:t>
            </a:r>
          </a:p>
        </p:txBody>
      </p:sp>
    </p:spTree>
    <p:extLst>
      <p:ext uri="{BB962C8B-B14F-4D97-AF65-F5344CB8AC3E}">
        <p14:creationId xmlns:p14="http://schemas.microsoft.com/office/powerpoint/2010/main" val="22397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THE LITTLE PRINCE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EXUPERY </a:t>
            </a:r>
          </a:p>
        </p:txBody>
      </p:sp>
    </p:spTree>
    <p:extLst>
      <p:ext uri="{BB962C8B-B14F-4D97-AF65-F5344CB8AC3E}">
        <p14:creationId xmlns:p14="http://schemas.microsoft.com/office/powerpoint/2010/main" val="274639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ANALECTS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CONFUCIUS  </a:t>
            </a:r>
          </a:p>
        </p:txBody>
      </p:sp>
    </p:spTree>
    <p:extLst>
      <p:ext uri="{BB962C8B-B14F-4D97-AF65-F5344CB8AC3E}">
        <p14:creationId xmlns:p14="http://schemas.microsoft.com/office/powerpoint/2010/main" val="115739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68" y="2530972"/>
            <a:ext cx="10515600" cy="132556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Arial Black" panose="020B0A04020102020204" pitchFamily="34" charset="0"/>
              </a:rPr>
              <a:t>1.  ADVENTURE OF     HUCKELBERRY FIN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2.  ADVENTURE OF TOM SAWYER </a:t>
            </a:r>
            <a:r>
              <a:rPr lang="en-US" sz="6600" b="1" dirty="0">
                <a:latin typeface="Arial Black" panose="020B0A04020102020204" pitchFamily="34" charset="0"/>
              </a:rPr>
              <a:t/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/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547" y="4557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SAMUEL CLEMENS </a:t>
            </a:r>
          </a:p>
        </p:txBody>
      </p:sp>
    </p:spTree>
    <p:extLst>
      <p:ext uri="{BB962C8B-B14F-4D97-AF65-F5344CB8AC3E}">
        <p14:creationId xmlns:p14="http://schemas.microsoft.com/office/powerpoint/2010/main" val="30653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ILIAD AND ODDESEY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HOMER </a:t>
            </a:r>
          </a:p>
        </p:txBody>
      </p:sp>
    </p:spTree>
    <p:extLst>
      <p:ext uri="{BB962C8B-B14F-4D97-AF65-F5344CB8AC3E}">
        <p14:creationId xmlns:p14="http://schemas.microsoft.com/office/powerpoint/2010/main" val="313592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ANIMAL FARM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GEORGE ORWELL</a:t>
            </a:r>
          </a:p>
        </p:txBody>
      </p:sp>
    </p:spTree>
    <p:extLst>
      <p:ext uri="{BB962C8B-B14F-4D97-AF65-F5344CB8AC3E}">
        <p14:creationId xmlns:p14="http://schemas.microsoft.com/office/powerpoint/2010/main" val="26789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1143000" indent="-1143000">
              <a:buFont typeface="+mj-lt"/>
              <a:buAutoNum type="arabicPeriod"/>
            </a:pPr>
            <a:r>
              <a:rPr lang="en-US" sz="6600" b="1" dirty="0">
                <a:latin typeface="Arial Black" panose="020B0A04020102020204" pitchFamily="34" charset="0"/>
              </a:rPr>
              <a:t>WAR AND PEACE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>2. </a:t>
            </a:r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GOD SEES THE TRUTH BUT WAITS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73" y="393992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TOLSTOY</a:t>
            </a:r>
          </a:p>
        </p:txBody>
      </p:sp>
    </p:spTree>
    <p:extLst>
      <p:ext uri="{BB962C8B-B14F-4D97-AF65-F5344CB8AC3E}">
        <p14:creationId xmlns:p14="http://schemas.microsoft.com/office/powerpoint/2010/main" val="13810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DON QUIJOTE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CERVANTES </a:t>
            </a:r>
          </a:p>
        </p:txBody>
      </p:sp>
    </p:spTree>
    <p:extLst>
      <p:ext uri="{BB962C8B-B14F-4D97-AF65-F5344CB8AC3E}">
        <p14:creationId xmlns:p14="http://schemas.microsoft.com/office/powerpoint/2010/main" val="30075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298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PRIDE AND PREJUDICE 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solidFill>
                  <a:srgbClr val="002060"/>
                </a:solidFill>
                <a:latin typeface="Arial Black" panose="020B0A04020102020204" pitchFamily="34" charset="0"/>
              </a:rPr>
              <a:t>SENSE AND SENSIBILITY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8" y="450954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JANE AUSTEN</a:t>
            </a:r>
          </a:p>
        </p:txBody>
      </p:sp>
    </p:spTree>
    <p:extLst>
      <p:ext uri="{BB962C8B-B14F-4D97-AF65-F5344CB8AC3E}">
        <p14:creationId xmlns:p14="http://schemas.microsoft.com/office/powerpoint/2010/main" val="198769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 CHRISTMAS CHAROL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CHARLES DICKENS</a:t>
            </a:r>
          </a:p>
        </p:txBody>
      </p:sp>
    </p:spTree>
    <p:extLst>
      <p:ext uri="{BB962C8B-B14F-4D97-AF65-F5344CB8AC3E}">
        <p14:creationId xmlns:p14="http://schemas.microsoft.com/office/powerpoint/2010/main" val="394889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DRACULA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BRYAN STOKER</a:t>
            </a:r>
          </a:p>
        </p:txBody>
      </p:sp>
    </p:spTree>
    <p:extLst>
      <p:ext uri="{BB962C8B-B14F-4D97-AF65-F5344CB8AC3E}">
        <p14:creationId xmlns:p14="http://schemas.microsoft.com/office/powerpoint/2010/main" val="136407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839" y="1418972"/>
            <a:ext cx="5464447" cy="132556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Arial Black" panose="020B0A04020102020204" pitchFamily="34" charset="0"/>
              </a:rPr>
              <a:t>Eclogues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>Georgics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6600" b="1" dirty="0">
                <a:latin typeface="Arial Black" panose="020B0A04020102020204" pitchFamily="34" charset="0"/>
              </a:rPr>
              <a:t>Aeneid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664" y="443850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VIRGIL</a:t>
            </a:r>
          </a:p>
        </p:txBody>
      </p:sp>
    </p:spTree>
    <p:extLst>
      <p:ext uri="{BB962C8B-B14F-4D97-AF65-F5344CB8AC3E}">
        <p14:creationId xmlns:p14="http://schemas.microsoft.com/office/powerpoint/2010/main" val="421266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DECAMERON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GIOVANNI BOCCACCIO</a:t>
            </a:r>
          </a:p>
        </p:txBody>
      </p:sp>
    </p:spTree>
    <p:extLst>
      <p:ext uri="{BB962C8B-B14F-4D97-AF65-F5344CB8AC3E}">
        <p14:creationId xmlns:p14="http://schemas.microsoft.com/office/powerpoint/2010/main" val="26076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INDIAN SACRED HYMNS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RIG VEDA</a:t>
            </a:r>
          </a:p>
        </p:txBody>
      </p:sp>
    </p:spTree>
    <p:extLst>
      <p:ext uri="{BB962C8B-B14F-4D97-AF65-F5344CB8AC3E}">
        <p14:creationId xmlns:p14="http://schemas.microsoft.com/office/powerpoint/2010/main" val="3756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FIRST EPIC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GILGAMESH</a:t>
            </a:r>
          </a:p>
        </p:txBody>
      </p:sp>
    </p:spTree>
    <p:extLst>
      <p:ext uri="{BB962C8B-B14F-4D97-AF65-F5344CB8AC3E}">
        <p14:creationId xmlns:p14="http://schemas.microsoft.com/office/powerpoint/2010/main" val="108305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MEDIEVAL GERMAN EPIC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NIBELUNGENLIED</a:t>
            </a:r>
          </a:p>
        </p:txBody>
      </p:sp>
    </p:spTree>
    <p:extLst>
      <p:ext uri="{BB962C8B-B14F-4D97-AF65-F5344CB8AC3E}">
        <p14:creationId xmlns:p14="http://schemas.microsoft.com/office/powerpoint/2010/main" val="274570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GREAT EPIC OF PERSIA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SHAH NAMAH</a:t>
            </a:r>
          </a:p>
        </p:txBody>
      </p:sp>
    </p:spTree>
    <p:extLst>
      <p:ext uri="{BB962C8B-B14F-4D97-AF65-F5344CB8AC3E}">
        <p14:creationId xmlns:p14="http://schemas.microsoft.com/office/powerpoint/2010/main" val="310265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GREAT EPIC OF FRANCE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SONG OF ROLAND</a:t>
            </a:r>
          </a:p>
        </p:txBody>
      </p:sp>
    </p:spTree>
    <p:extLst>
      <p:ext uri="{BB962C8B-B14F-4D97-AF65-F5344CB8AC3E}">
        <p14:creationId xmlns:p14="http://schemas.microsoft.com/office/powerpoint/2010/main" val="417532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GREAT EPIC OF PHILIPPINES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BIAG NI LAM ANG</a:t>
            </a:r>
          </a:p>
        </p:txBody>
      </p:sp>
    </p:spTree>
    <p:extLst>
      <p:ext uri="{BB962C8B-B14F-4D97-AF65-F5344CB8AC3E}">
        <p14:creationId xmlns:p14="http://schemas.microsoft.com/office/powerpoint/2010/main" val="123386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EGYPTIAN SYSTEM OF WRITING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38478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HIEROGLYPHS </a:t>
            </a:r>
          </a:p>
        </p:txBody>
      </p:sp>
    </p:spTree>
    <p:extLst>
      <p:ext uri="{BB962C8B-B14F-4D97-AF65-F5344CB8AC3E}">
        <p14:creationId xmlns:p14="http://schemas.microsoft.com/office/powerpoint/2010/main" val="241123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CHINESE SYSTEM OF WRITING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38478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CALLIGRAPHY </a:t>
            </a:r>
          </a:p>
        </p:txBody>
      </p:sp>
    </p:spTree>
    <p:extLst>
      <p:ext uri="{BB962C8B-B14F-4D97-AF65-F5344CB8AC3E}">
        <p14:creationId xmlns:p14="http://schemas.microsoft.com/office/powerpoint/2010/main" val="135651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FATHER OF PRINTING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2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JOHANNES  GUTENBERG</a:t>
            </a:r>
          </a:p>
        </p:txBody>
      </p:sp>
    </p:spTree>
    <p:extLst>
      <p:ext uri="{BB962C8B-B14F-4D97-AF65-F5344CB8AC3E}">
        <p14:creationId xmlns:p14="http://schemas.microsoft.com/office/powerpoint/2010/main" val="411029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COUNT </a:t>
            </a:r>
            <a:r>
              <a:rPr lang="en-US" sz="6600" b="1">
                <a:latin typeface="Arial Black" panose="020B0A04020102020204" pitchFamily="34" charset="0"/>
              </a:rPr>
              <a:t>OF </a:t>
            </a:r>
            <a:r>
              <a:rPr lang="en-US" sz="6600" b="1" smtClean="0">
                <a:latin typeface="Arial Black" panose="020B0A04020102020204" pitchFamily="34" charset="0"/>
              </a:rPr>
              <a:t>MONTE </a:t>
            </a:r>
            <a:r>
              <a:rPr lang="en-US" sz="6600" b="1" dirty="0">
                <a:latin typeface="Arial Black" panose="020B0A04020102020204" pitchFamily="34" charset="0"/>
              </a:rPr>
              <a:t>CRISTO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52" y="384427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ALEXANDRE DUMAS 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</a:rPr>
              <a:t>(Dante imprisoned-Devil’s Island)</a:t>
            </a:r>
          </a:p>
        </p:txBody>
      </p:sp>
    </p:spTree>
    <p:extLst>
      <p:ext uri="{BB962C8B-B14F-4D97-AF65-F5344CB8AC3E}">
        <p14:creationId xmlns:p14="http://schemas.microsoft.com/office/powerpoint/2010/main" val="197612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 POISON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52" y="384427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WILLIAM BLAKE </a:t>
            </a:r>
            <a:endParaRPr lang="en-US" sz="3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3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58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A POISON TREE and THE CASK OF AMONTILLADO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18" y="455427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EDGAR ALLAN POE </a:t>
            </a:r>
            <a:endParaRPr lang="en-US" sz="3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1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58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1</a:t>
            </a:r>
            <a:r>
              <a:rPr lang="en-US" sz="6600" b="1" baseline="30000" dirty="0">
                <a:latin typeface="Arial Black" panose="020B0A04020102020204" pitchFamily="34" charset="0"/>
              </a:rPr>
              <a:t>st</a:t>
            </a:r>
            <a:r>
              <a:rPr lang="en-US" sz="6600" b="1" dirty="0">
                <a:latin typeface="Arial Black" panose="020B0A04020102020204" pitchFamily="34" charset="0"/>
              </a:rPr>
              <a:t> GREAT WORK OF ENGLISH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18" y="455427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>
                <a:solidFill>
                  <a:srgbClr val="FF0000"/>
                </a:solidFill>
                <a:latin typeface="Arial Black" panose="020B0A04020102020204" pitchFamily="34" charset="0"/>
              </a:rPr>
              <a:t>BEOWULF </a:t>
            </a:r>
            <a:endParaRPr lang="en-US" sz="3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3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FATHER OF ENGLISH ESSAY</a:t>
            </a:r>
            <a:br>
              <a:rPr lang="en-US" sz="6600" dirty="0">
                <a:latin typeface="Arial Black" panose="020B0A04020102020204" pitchFamily="34" charset="0"/>
              </a:rPr>
            </a:br>
            <a:r>
              <a:rPr lang="en-US" sz="6600" dirty="0">
                <a:solidFill>
                  <a:srgbClr val="002060"/>
                </a:solidFill>
                <a:latin typeface="Arial Black" panose="020B0A04020102020204" pitchFamily="34" charset="0"/>
              </a:rPr>
              <a:t>SCIENTIFIC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234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FRANCIS BACON</a:t>
            </a:r>
          </a:p>
        </p:txBody>
      </p:sp>
    </p:spTree>
    <p:extLst>
      <p:ext uri="{BB962C8B-B14F-4D97-AF65-F5344CB8AC3E}">
        <p14:creationId xmlns:p14="http://schemas.microsoft.com/office/powerpoint/2010/main" val="35398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MYTHICAL GEOGRAPHER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HOMER </a:t>
            </a:r>
          </a:p>
        </p:txBody>
      </p:sp>
    </p:spTree>
    <p:extLst>
      <p:ext uri="{BB962C8B-B14F-4D97-AF65-F5344CB8AC3E}">
        <p14:creationId xmlns:p14="http://schemas.microsoft.com/office/powerpoint/2010/main" val="3971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GREATEST LYRIC POEM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PSALMS OF KIND DAVID </a:t>
            </a:r>
          </a:p>
        </p:txBody>
      </p:sp>
    </p:spTree>
    <p:extLst>
      <p:ext uri="{BB962C8B-B14F-4D97-AF65-F5344CB8AC3E}">
        <p14:creationId xmlns:p14="http://schemas.microsoft.com/office/powerpoint/2010/main" val="287911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GREATEST ORATOR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CICERO </a:t>
            </a:r>
          </a:p>
        </p:txBody>
      </p:sp>
    </p:spTree>
    <p:extLst>
      <p:ext uri="{BB962C8B-B14F-4D97-AF65-F5344CB8AC3E}">
        <p14:creationId xmlns:p14="http://schemas.microsoft.com/office/powerpoint/2010/main" val="374711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INDIA’S SHAKESPEARE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KALIDASA  </a:t>
            </a:r>
          </a:p>
        </p:txBody>
      </p:sp>
    </p:spTree>
    <p:extLst>
      <p:ext uri="{BB962C8B-B14F-4D97-AF65-F5344CB8AC3E}">
        <p14:creationId xmlns:p14="http://schemas.microsoft.com/office/powerpoint/2010/main" val="99528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GEORGE ELLIOT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MARY ANN EVANS  </a:t>
            </a:r>
          </a:p>
        </p:txBody>
      </p:sp>
    </p:spTree>
    <p:extLst>
      <p:ext uri="{BB962C8B-B14F-4D97-AF65-F5344CB8AC3E}">
        <p14:creationId xmlns:p14="http://schemas.microsoft.com/office/powerpoint/2010/main" val="308250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SAMUEL CLEMENS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MARK TWAIN </a:t>
            </a:r>
          </a:p>
        </p:txBody>
      </p:sp>
    </p:spTree>
    <p:extLst>
      <p:ext uri="{BB962C8B-B14F-4D97-AF65-F5344CB8AC3E}">
        <p14:creationId xmlns:p14="http://schemas.microsoft.com/office/powerpoint/2010/main" val="365746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ROBERT GALBRAITH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JK ROWLING</a:t>
            </a:r>
          </a:p>
        </p:txBody>
      </p:sp>
    </p:spTree>
    <p:extLst>
      <p:ext uri="{BB962C8B-B14F-4D97-AF65-F5344CB8AC3E}">
        <p14:creationId xmlns:p14="http://schemas.microsoft.com/office/powerpoint/2010/main" val="100936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113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C00000"/>
                </a:solidFill>
                <a:latin typeface="Arial Black" panose="020B0A04020102020204" pitchFamily="34" charset="0"/>
              </a:rPr>
              <a:t>FILIPINO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9C538-CE05-D629-159D-016858CB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32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FILIPINO AMERICAN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BIENVENIDO SANTOS </a:t>
            </a:r>
          </a:p>
        </p:txBody>
      </p:sp>
    </p:spTree>
    <p:extLst>
      <p:ext uri="{BB962C8B-B14F-4D97-AF65-F5344CB8AC3E}">
        <p14:creationId xmlns:p14="http://schemas.microsoft.com/office/powerpoint/2010/main" val="9320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HISPANIC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NICK JOAQUIN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Quejano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 de Manila) </a:t>
            </a:r>
          </a:p>
        </p:txBody>
      </p:sp>
    </p:spTree>
    <p:extLst>
      <p:ext uri="{BB962C8B-B14F-4D97-AF65-F5344CB8AC3E}">
        <p14:creationId xmlns:p14="http://schemas.microsoft.com/office/powerpoint/2010/main" val="206821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LOVE POET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OPHELIA DIMALANTA </a:t>
            </a:r>
          </a:p>
        </p:txBody>
      </p:sp>
    </p:spTree>
    <p:extLst>
      <p:ext uri="{BB962C8B-B14F-4D97-AF65-F5344CB8AC3E}">
        <p14:creationId xmlns:p14="http://schemas.microsoft.com/office/powerpoint/2010/main" val="118857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UHAW ANG TIGANG NA LUPA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49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LIWAYWAY ARSEO </a:t>
            </a:r>
          </a:p>
        </p:txBody>
      </p:sp>
    </p:spTree>
    <p:extLst>
      <p:ext uri="{BB962C8B-B14F-4D97-AF65-F5344CB8AC3E}">
        <p14:creationId xmlns:p14="http://schemas.microsoft.com/office/powerpoint/2010/main" val="405720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SA PULA SA PUTI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SOC RODRIGO </a:t>
            </a:r>
          </a:p>
        </p:txBody>
      </p:sp>
    </p:spTree>
    <p:extLst>
      <p:ext uri="{BB962C8B-B14F-4D97-AF65-F5344CB8AC3E}">
        <p14:creationId xmlns:p14="http://schemas.microsoft.com/office/powerpoint/2010/main" val="253289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37" y="1572000"/>
            <a:ext cx="10515600" cy="132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5400" dirty="0">
                <a:latin typeface="Arial Black" panose="020B0A04020102020204" pitchFamily="34" charset="0"/>
              </a:rPr>
              <a:t>1. MEMORIA FOTOGRAFIA</a:t>
            </a:r>
            <a:r>
              <a:rPr lang="en-US" sz="6600" dirty="0">
                <a:latin typeface="Arial Black" panose="020B0A04020102020204" pitchFamily="34" charset="0"/>
              </a:rPr>
              <a:t/>
            </a:r>
            <a:br>
              <a:rPr lang="en-US" sz="6600" dirty="0"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2. PAG-IBIG SA TINUBUANG LUPA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sz="66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0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MA. MPANGANIBAN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jomapa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0780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COMMA POET</a:t>
            </a:r>
            <a:br>
              <a:rPr lang="en-US" sz="6600" dirty="0">
                <a:latin typeface="Arial Black" panose="020B0A04020102020204" pitchFamily="34" charset="0"/>
              </a:rPr>
            </a:br>
            <a:r>
              <a:rPr lang="en-US" sz="6600" dirty="0">
                <a:latin typeface="Arial Black" panose="020B0A04020102020204" pitchFamily="34" charset="0"/>
              </a:rPr>
              <a:t>FOOTNOTE TO YOUTH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GARIA VILLA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doveglion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562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MADAMDAMING MANANALAYSAY NI NAKPIL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49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TEODORO AGONCILLIO </a:t>
            </a:r>
          </a:p>
        </p:txBody>
      </p:sp>
    </p:spTree>
    <p:extLst>
      <p:ext uri="{BB962C8B-B14F-4D97-AF65-F5344CB8AC3E}">
        <p14:creationId xmlns:p14="http://schemas.microsoft.com/office/powerpoint/2010/main" val="120705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FLORA DE FILIPINAS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MANUEL BLANCO </a:t>
            </a:r>
          </a:p>
        </p:txBody>
      </p:sp>
    </p:spTree>
    <p:extLst>
      <p:ext uri="{BB962C8B-B14F-4D97-AF65-F5344CB8AC3E}">
        <p14:creationId xmlns:p14="http://schemas.microsoft.com/office/powerpoint/2010/main" val="398392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TAGALOG JOAN OF ARC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KAHABAGAN</a:t>
            </a:r>
          </a:p>
        </p:txBody>
      </p:sp>
    </p:spTree>
    <p:extLst>
      <p:ext uri="{BB962C8B-B14F-4D97-AF65-F5344CB8AC3E}">
        <p14:creationId xmlns:p14="http://schemas.microsoft.com/office/powerpoint/2010/main" val="263818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VISAYAN JOAN OF ARC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TERESA MAGBANUA</a:t>
            </a:r>
          </a:p>
        </p:txBody>
      </p:sp>
    </p:spTree>
    <p:extLst>
      <p:ext uri="{BB962C8B-B14F-4D97-AF65-F5344CB8AC3E}">
        <p14:creationId xmlns:p14="http://schemas.microsoft.com/office/powerpoint/2010/main" val="276625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FATHER OF TAGALOG POETRY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FRANCISCO BALTAZAR </a:t>
            </a:r>
          </a:p>
        </p:txBody>
      </p:sp>
    </p:spTree>
    <p:extLst>
      <p:ext uri="{BB962C8B-B14F-4D97-AF65-F5344CB8AC3E}">
        <p14:creationId xmlns:p14="http://schemas.microsoft.com/office/powerpoint/2010/main" val="346610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FATHER OF MODERN POETRY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ALEJANDRO ABADILLA </a:t>
            </a:r>
          </a:p>
        </p:txBody>
      </p:sp>
    </p:spTree>
    <p:extLst>
      <p:ext uri="{BB962C8B-B14F-4D97-AF65-F5344CB8AC3E}">
        <p14:creationId xmlns:p14="http://schemas.microsoft.com/office/powerpoint/2010/main" val="37882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FATHER OF PAMPANGO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CRISOSTOMO SOTO </a:t>
            </a:r>
          </a:p>
        </p:txBody>
      </p:sp>
    </p:spTree>
    <p:extLst>
      <p:ext uri="{BB962C8B-B14F-4D97-AF65-F5344CB8AC3E}">
        <p14:creationId xmlns:p14="http://schemas.microsoft.com/office/powerpoint/2010/main" val="337754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POET OF LABORER/WORKERS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AMADO HERNANDEZ </a:t>
            </a:r>
          </a:p>
        </p:txBody>
      </p:sp>
    </p:spTree>
    <p:extLst>
      <p:ext uri="{BB962C8B-B14F-4D97-AF65-F5344CB8AC3E}">
        <p14:creationId xmlns:p14="http://schemas.microsoft.com/office/powerpoint/2010/main" val="332745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FATHER OF FILIPINO NEWSPAPER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PASCUAL POBLETE </a:t>
            </a:r>
          </a:p>
        </p:txBody>
      </p:sp>
    </p:spTree>
    <p:extLst>
      <p:ext uri="{BB962C8B-B14F-4D97-AF65-F5344CB8AC3E}">
        <p14:creationId xmlns:p14="http://schemas.microsoft.com/office/powerpoint/2010/main" val="162944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BEST STORY DURING JAPANESE PERIOD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LUPANG TINUBUAN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(Narciso Reyes ) </a:t>
            </a:r>
          </a:p>
        </p:txBody>
      </p:sp>
    </p:spTree>
    <p:extLst>
      <p:ext uri="{BB962C8B-B14F-4D97-AF65-F5344CB8AC3E}">
        <p14:creationId xmlns:p14="http://schemas.microsoft.com/office/powerpoint/2010/main" val="368159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ILOKANO BALAGTASAN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BUKANEGAN </a:t>
            </a:r>
          </a:p>
        </p:txBody>
      </p:sp>
    </p:spTree>
    <p:extLst>
      <p:ext uri="{BB962C8B-B14F-4D97-AF65-F5344CB8AC3E}">
        <p14:creationId xmlns:p14="http://schemas.microsoft.com/office/powerpoint/2010/main" val="32617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VISAYAN EPIC GOOD MANNERS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MARAGTAS </a:t>
            </a:r>
          </a:p>
        </p:txBody>
      </p:sp>
    </p:spTree>
    <p:extLst>
      <p:ext uri="{BB962C8B-B14F-4D97-AF65-F5344CB8AC3E}">
        <p14:creationId xmlns:p14="http://schemas.microsoft.com/office/powerpoint/2010/main" val="101737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OLDEST MAGASIN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430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KENKOY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liwayway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magasin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, 1929 ) </a:t>
            </a:r>
          </a:p>
        </p:txBody>
      </p:sp>
    </p:spTree>
    <p:extLst>
      <p:ext uri="{BB962C8B-B14F-4D97-AF65-F5344CB8AC3E}">
        <p14:creationId xmlns:p14="http://schemas.microsoft.com/office/powerpoint/2010/main" val="350365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LUPANG HINIRANG UNANG NARINIG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JUNE 12,1898</a:t>
            </a:r>
          </a:p>
        </p:txBody>
      </p:sp>
    </p:spTree>
    <p:extLst>
      <p:ext uri="{BB962C8B-B14F-4D97-AF65-F5344CB8AC3E}">
        <p14:creationId xmlns:p14="http://schemas.microsoft.com/office/powerpoint/2010/main" val="39114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MOTHER OF BALINTAWAK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MELCHORA AQUINO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tandang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 sora) </a:t>
            </a:r>
          </a:p>
        </p:txBody>
      </p:sp>
    </p:spTree>
    <p:extLst>
      <p:ext uri="{BB962C8B-B14F-4D97-AF65-F5344CB8AC3E}">
        <p14:creationId xmlns:p14="http://schemas.microsoft.com/office/powerpoint/2010/main" val="277529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FILIPINO CANNON MAKER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PANDAR PIRA </a:t>
            </a:r>
          </a:p>
        </p:txBody>
      </p:sp>
    </p:spTree>
    <p:extLst>
      <p:ext uri="{BB962C8B-B14F-4D97-AF65-F5344CB8AC3E}">
        <p14:creationId xmlns:p14="http://schemas.microsoft.com/office/powerpoint/2010/main" val="39313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BATAAN DEATH MARCH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APRIL 9, 1942</a:t>
            </a:r>
          </a:p>
        </p:txBody>
      </p:sp>
    </p:spTree>
    <p:extLst>
      <p:ext uri="{BB962C8B-B14F-4D97-AF65-F5344CB8AC3E}">
        <p14:creationId xmlns:p14="http://schemas.microsoft.com/office/powerpoint/2010/main" val="352313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POET OF REVOLUTION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GUERERRO </a:t>
            </a:r>
          </a:p>
        </p:txBody>
      </p:sp>
    </p:spTree>
    <p:extLst>
      <p:ext uri="{BB962C8B-B14F-4D97-AF65-F5344CB8AC3E}">
        <p14:creationId xmlns:p14="http://schemas.microsoft.com/office/powerpoint/2010/main" val="245252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GREATEST PAINTER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LUNA</a:t>
            </a:r>
          </a:p>
        </p:txBody>
      </p:sp>
    </p:spTree>
    <p:extLst>
      <p:ext uri="{BB962C8B-B14F-4D97-AF65-F5344CB8AC3E}">
        <p14:creationId xmlns:p14="http://schemas.microsoft.com/office/powerpoint/2010/main" val="145260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FILIPINA POETESS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LEONA FLORENTINO</a:t>
            </a:r>
          </a:p>
        </p:txBody>
      </p:sp>
    </p:spTree>
    <p:extLst>
      <p:ext uri="{BB962C8B-B14F-4D97-AF65-F5344CB8AC3E}">
        <p14:creationId xmlns:p14="http://schemas.microsoft.com/office/powerpoint/2010/main" val="159148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FOUNDER OF PH. SOCIALISM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ISABELO </a:t>
            </a:r>
          </a:p>
        </p:txBody>
      </p:sp>
    </p:spTree>
    <p:extLst>
      <p:ext uri="{BB962C8B-B14F-4D97-AF65-F5344CB8AC3E}">
        <p14:creationId xmlns:p14="http://schemas.microsoft.com/office/powerpoint/2010/main" val="342867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DE LOS REYES VIBORRA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ARTEMIO RICARTE  </a:t>
            </a:r>
          </a:p>
        </p:txBody>
      </p:sp>
    </p:spTree>
    <p:extLst>
      <p:ext uri="{BB962C8B-B14F-4D97-AF65-F5344CB8AC3E}">
        <p14:creationId xmlns:p14="http://schemas.microsoft.com/office/powerpoint/2010/main" val="348802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LAKANDOLA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CHIEF OF TONDO </a:t>
            </a:r>
          </a:p>
        </p:txBody>
      </p:sp>
    </p:spTree>
    <p:extLst>
      <p:ext uri="{BB962C8B-B14F-4D97-AF65-F5344CB8AC3E}">
        <p14:creationId xmlns:p14="http://schemas.microsoft.com/office/powerpoint/2010/main" val="17533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LAST RAJAH OF  MANILA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RAJAH SOLIMAN</a:t>
            </a:r>
          </a:p>
        </p:txBody>
      </p:sp>
    </p:spTree>
    <p:extLst>
      <p:ext uri="{BB962C8B-B14F-4D97-AF65-F5344CB8AC3E}">
        <p14:creationId xmlns:p14="http://schemas.microsoft.com/office/powerpoint/2010/main" val="268431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TUMAHI NG PH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MARCELLA AGONCILLIO </a:t>
            </a:r>
          </a:p>
        </p:txBody>
      </p:sp>
    </p:spTree>
    <p:extLst>
      <p:ext uri="{BB962C8B-B14F-4D97-AF65-F5344CB8AC3E}">
        <p14:creationId xmlns:p14="http://schemas.microsoft.com/office/powerpoint/2010/main" val="378325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COFOUNDER OF KATIPUNAN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APACIBLE </a:t>
            </a:r>
          </a:p>
        </p:txBody>
      </p:sp>
    </p:spTree>
    <p:extLst>
      <p:ext uri="{BB962C8B-B14F-4D97-AF65-F5344CB8AC3E}">
        <p14:creationId xmlns:p14="http://schemas.microsoft.com/office/powerpoint/2010/main" val="278612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ILOKANO REVOLT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DIEGO SILANG </a:t>
            </a:r>
          </a:p>
        </p:txBody>
      </p:sp>
    </p:spTree>
    <p:extLst>
      <p:ext uri="{BB962C8B-B14F-4D97-AF65-F5344CB8AC3E}">
        <p14:creationId xmlns:p14="http://schemas.microsoft.com/office/powerpoint/2010/main" val="360769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MAN OF MANY TALENTS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EPIFANIO DE LOS SANTOS </a:t>
            </a:r>
          </a:p>
        </p:txBody>
      </p:sp>
    </p:spTree>
    <p:extLst>
      <p:ext uri="{BB962C8B-B14F-4D97-AF65-F5344CB8AC3E}">
        <p14:creationId xmlns:p14="http://schemas.microsoft.com/office/powerpoint/2010/main" val="171550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MOTHER OF BIAK NA BATO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TRINIDAD TECSON </a:t>
            </a:r>
          </a:p>
        </p:txBody>
      </p:sp>
    </p:spTree>
    <p:extLst>
      <p:ext uri="{BB962C8B-B14F-4D97-AF65-F5344CB8AC3E}">
        <p14:creationId xmlns:p14="http://schemas.microsoft.com/office/powerpoint/2010/main" val="346739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8762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latin typeface="Arial Black" panose="020B0A04020102020204" pitchFamily="34" charset="0"/>
              </a:rPr>
              <a:t>NAGLAKAD MULA MAYNILA UPANG BUMILI NG ARMAS, ASAWA NI ARTEMIO RICARTE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7" y="41148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AGUEDA ESTEBAN </a:t>
            </a:r>
          </a:p>
        </p:txBody>
      </p:sp>
    </p:spTree>
    <p:extLst>
      <p:ext uri="{BB962C8B-B14F-4D97-AF65-F5344CB8AC3E}">
        <p14:creationId xmlns:p14="http://schemas.microsoft.com/office/powerpoint/2010/main" val="81216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TARLAC REVOLT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GEN. FRANCISCO MAKABUHOS </a:t>
            </a:r>
          </a:p>
        </p:txBody>
      </p:sp>
    </p:spTree>
    <p:extLst>
      <p:ext uri="{BB962C8B-B14F-4D97-AF65-F5344CB8AC3E}">
        <p14:creationId xmlns:p14="http://schemas.microsoft.com/office/powerpoint/2010/main" val="6966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MAGDIWANG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MARIANO ALVAREZ </a:t>
            </a:r>
          </a:p>
        </p:txBody>
      </p:sp>
    </p:spTree>
    <p:extLst>
      <p:ext uri="{BB962C8B-B14F-4D97-AF65-F5344CB8AC3E}">
        <p14:creationId xmlns:p14="http://schemas.microsoft.com/office/powerpoint/2010/main" val="343228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MAGDALO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BALDOMERO AGUINALDO</a:t>
            </a:r>
          </a:p>
        </p:txBody>
      </p:sp>
    </p:spTree>
    <p:extLst>
      <p:ext uri="{BB962C8B-B14F-4D97-AF65-F5344CB8AC3E}">
        <p14:creationId xmlns:p14="http://schemas.microsoft.com/office/powerpoint/2010/main" val="68075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FILIPINO PUBLISHER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TOMAS PINPIN </a:t>
            </a:r>
          </a:p>
        </p:txBody>
      </p:sp>
    </p:spTree>
    <p:extLst>
      <p:ext uri="{BB962C8B-B14F-4D97-AF65-F5344CB8AC3E}">
        <p14:creationId xmlns:p14="http://schemas.microsoft.com/office/powerpoint/2010/main" val="199214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AMA NG MAIKLING KWENTONG TAGALOG,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solidFill>
                  <a:srgbClr val="0070C0"/>
                </a:solidFill>
                <a:latin typeface="Arial Black" panose="020B0A04020102020204" pitchFamily="34" charset="0"/>
              </a:rPr>
              <a:t>ALOJA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DIOGRACIAS ROSARIO </a:t>
            </a:r>
          </a:p>
        </p:txBody>
      </p:sp>
    </p:spTree>
    <p:extLst>
      <p:ext uri="{BB962C8B-B14F-4D97-AF65-F5344CB8AC3E}">
        <p14:creationId xmlns:p14="http://schemas.microsoft.com/office/powerpoint/2010/main" val="82268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OLDEST NEWSPAPER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MANILA BULLETIN </a:t>
            </a:r>
          </a:p>
        </p:txBody>
      </p:sp>
    </p:spTree>
    <p:extLst>
      <p:ext uri="{BB962C8B-B14F-4D97-AF65-F5344CB8AC3E}">
        <p14:creationId xmlns:p14="http://schemas.microsoft.com/office/powerpoint/2010/main" val="95675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CHILD OF ZORROW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ZOILO GALANG</a:t>
            </a:r>
          </a:p>
        </p:txBody>
      </p:sp>
    </p:spTree>
    <p:extLst>
      <p:ext uri="{BB962C8B-B14F-4D97-AF65-F5344CB8AC3E}">
        <p14:creationId xmlns:p14="http://schemas.microsoft.com/office/powerpoint/2010/main" val="396116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URBANA AND FELIZA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MODESTO DE CASTRO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(epistolary)</a:t>
            </a:r>
          </a:p>
        </p:txBody>
      </p:sp>
    </p:spTree>
    <p:extLst>
      <p:ext uri="{BB962C8B-B14F-4D97-AF65-F5344CB8AC3E}">
        <p14:creationId xmlns:p14="http://schemas.microsoft.com/office/powerpoint/2010/main" val="149145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PALANCA AWARDEE SHORT 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MATUTE </a:t>
            </a:r>
          </a:p>
        </p:txBody>
      </p:sp>
    </p:spTree>
    <p:extLst>
      <p:ext uri="{BB962C8B-B14F-4D97-AF65-F5344CB8AC3E}">
        <p14:creationId xmlns:p14="http://schemas.microsoft.com/office/powerpoint/2010/main" val="238609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PALANCA AWARDEE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DIONISIO SALAZAR </a:t>
            </a:r>
          </a:p>
        </p:txBody>
      </p:sp>
    </p:spTree>
    <p:extLst>
      <p:ext uri="{BB962C8B-B14F-4D97-AF65-F5344CB8AC3E}">
        <p14:creationId xmlns:p14="http://schemas.microsoft.com/office/powerpoint/2010/main" val="26769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VISUAL ARTS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CARLOS V. FRANCISCO</a:t>
            </a:r>
          </a:p>
        </p:txBody>
      </p:sp>
    </p:spTree>
    <p:extLst>
      <p:ext uri="{BB962C8B-B14F-4D97-AF65-F5344CB8AC3E}">
        <p14:creationId xmlns:p14="http://schemas.microsoft.com/office/powerpoint/2010/main" val="335688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NATIONAL ART MUSIC,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solidFill>
                  <a:srgbClr val="0070C0"/>
                </a:solidFill>
                <a:latin typeface="Arial Black" panose="020B0A04020102020204" pitchFamily="34" charset="0"/>
              </a:rPr>
              <a:t>SA UGOY NG DUYAN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SAN PEDRO </a:t>
            </a:r>
          </a:p>
        </p:txBody>
      </p:sp>
    </p:spTree>
    <p:extLst>
      <p:ext uri="{BB962C8B-B14F-4D97-AF65-F5344CB8AC3E}">
        <p14:creationId xmlns:p14="http://schemas.microsoft.com/office/powerpoint/2010/main" val="81578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GREAT PIANIST </a:t>
            </a:r>
            <a:endParaRPr lang="en-US" sz="6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CECIL LICAD</a:t>
            </a:r>
          </a:p>
        </p:txBody>
      </p:sp>
    </p:spTree>
    <p:extLst>
      <p:ext uri="{BB962C8B-B14F-4D97-AF65-F5344CB8AC3E}">
        <p14:creationId xmlns:p14="http://schemas.microsoft.com/office/powerpoint/2010/main" val="341984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BALLERINA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LISA MACUJA</a:t>
            </a:r>
          </a:p>
        </p:txBody>
      </p:sp>
    </p:spTree>
    <p:extLst>
      <p:ext uri="{BB962C8B-B14F-4D97-AF65-F5344CB8AC3E}">
        <p14:creationId xmlns:p14="http://schemas.microsoft.com/office/powerpoint/2010/main" val="12432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MODERN SCULPTURE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ABUEVA </a:t>
            </a:r>
          </a:p>
        </p:txBody>
      </p:sp>
    </p:spTree>
    <p:extLst>
      <p:ext uri="{BB962C8B-B14F-4D97-AF65-F5344CB8AC3E}">
        <p14:creationId xmlns:p14="http://schemas.microsoft.com/office/powerpoint/2010/main" val="3225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LANDMARK SCULPTURE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CASTRILLO </a:t>
            </a:r>
          </a:p>
        </p:txBody>
      </p:sp>
    </p:spTree>
    <p:extLst>
      <p:ext uri="{BB962C8B-B14F-4D97-AF65-F5344CB8AC3E}">
        <p14:creationId xmlns:p14="http://schemas.microsoft.com/office/powerpoint/2010/main" val="36384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ARENA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MONTANO</a:t>
            </a:r>
          </a:p>
        </p:txBody>
      </p:sp>
    </p:spTree>
    <p:extLst>
      <p:ext uri="{BB962C8B-B14F-4D97-AF65-F5344CB8AC3E}">
        <p14:creationId xmlns:p14="http://schemas.microsoft.com/office/powerpoint/2010/main" val="272090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ROGER </a:t>
            </a:r>
          </a:p>
        </p:txBody>
      </p:sp>
    </p:spTree>
    <p:extLst>
      <p:ext uri="{BB962C8B-B14F-4D97-AF65-F5344CB8AC3E}">
        <p14:creationId xmlns:p14="http://schemas.microsoft.com/office/powerpoint/2010/main" val="27808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EXPERIMENTAL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TINIO </a:t>
            </a:r>
          </a:p>
        </p:txBody>
      </p:sp>
    </p:spTree>
    <p:extLst>
      <p:ext uri="{BB962C8B-B14F-4D97-AF65-F5344CB8AC3E}">
        <p14:creationId xmlns:p14="http://schemas.microsoft.com/office/powerpoint/2010/main" val="397438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SPOLARIUM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LUNA  </a:t>
            </a:r>
          </a:p>
        </p:txBody>
      </p:sp>
    </p:spTree>
    <p:extLst>
      <p:ext uri="{BB962C8B-B14F-4D97-AF65-F5344CB8AC3E}">
        <p14:creationId xmlns:p14="http://schemas.microsoft.com/office/powerpoint/2010/main" val="47013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3570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PEN NAMES</a:t>
            </a:r>
          </a:p>
        </p:txBody>
      </p:sp>
    </p:spTree>
    <p:extLst>
      <p:ext uri="{BB962C8B-B14F-4D97-AF65-F5344CB8AC3E}">
        <p14:creationId xmlns:p14="http://schemas.microsoft.com/office/powerpoint/2010/main" val="334432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821" y="1748921"/>
            <a:ext cx="10515600" cy="132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Arial Black" panose="020B0A04020102020204" pitchFamily="34" charset="0"/>
              </a:rPr>
              <a:t>PARALITIKO,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SUBLIME PARALYTIC, </a:t>
            </a:r>
            <a:b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UTAK NG REBOLUSYON,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1</a:t>
            </a:r>
            <a:r>
              <a:rPr lang="en-US" sz="4000" baseline="30000" dirty="0">
                <a:solidFill>
                  <a:srgbClr val="0070C0"/>
                </a:solidFill>
                <a:latin typeface="Arial Black" panose="020B0A04020102020204" pitchFamily="34" charset="0"/>
              </a:rPr>
              <a:t>ST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PRIME MINISTER, </a:t>
            </a:r>
            <a:r>
              <a:rPr lang="en-US" sz="4000" dirty="0">
                <a:latin typeface="Arial Black" panose="020B0A04020102020204" pitchFamily="34" charset="0"/>
              </a:rPr>
              <a:t/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LAWYER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CAUSE OF DEATH-CHOLERA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90" y="4682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APOLINARIO MABINI</a:t>
            </a:r>
          </a:p>
        </p:txBody>
      </p:sp>
    </p:spTree>
    <p:extLst>
      <p:ext uri="{BB962C8B-B14F-4D97-AF65-F5344CB8AC3E}">
        <p14:creationId xmlns:p14="http://schemas.microsoft.com/office/powerpoint/2010/main" val="155656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TIKABALANG, NANING, KALINPULAKO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MARIANO PONCE</a:t>
            </a:r>
          </a:p>
        </p:txBody>
      </p:sp>
    </p:spTree>
    <p:extLst>
      <p:ext uri="{BB962C8B-B14F-4D97-AF65-F5344CB8AC3E}">
        <p14:creationId xmlns:p14="http://schemas.microsoft.com/office/powerpoint/2010/main" val="407199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TAGA-ILOG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ANTONIO LUNA </a:t>
            </a:r>
          </a:p>
        </p:txBody>
      </p:sp>
    </p:spTree>
    <p:extLst>
      <p:ext uri="{BB962C8B-B14F-4D97-AF65-F5344CB8AC3E}">
        <p14:creationId xmlns:p14="http://schemas.microsoft.com/office/powerpoint/2010/main" val="39075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POTACIO, BUWAN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LUNA </a:t>
            </a:r>
          </a:p>
        </p:txBody>
      </p:sp>
    </p:spTree>
    <p:extLst>
      <p:ext uri="{BB962C8B-B14F-4D97-AF65-F5344CB8AC3E}">
        <p14:creationId xmlns:p14="http://schemas.microsoft.com/office/powerpoint/2010/main" val="208019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BALAGTAS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FRANCISCO BALTAZAR</a:t>
            </a:r>
          </a:p>
        </p:txBody>
      </p:sp>
    </p:spTree>
    <p:extLst>
      <p:ext uri="{BB962C8B-B14F-4D97-AF65-F5344CB8AC3E}">
        <p14:creationId xmlns:p14="http://schemas.microsoft.com/office/powerpoint/2010/main" val="105859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JOMAPA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MARIA PANGANIBAN </a:t>
            </a:r>
          </a:p>
        </p:txBody>
      </p:sp>
    </p:spTree>
    <p:extLst>
      <p:ext uri="{BB962C8B-B14F-4D97-AF65-F5344CB8AC3E}">
        <p14:creationId xmlns:p14="http://schemas.microsoft.com/office/powerpoint/2010/main" val="14114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HUSENG SISIW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DELA CRUZ </a:t>
            </a:r>
          </a:p>
        </p:txBody>
      </p:sp>
    </p:spTree>
    <p:extLst>
      <p:ext uri="{BB962C8B-B14F-4D97-AF65-F5344CB8AC3E}">
        <p14:creationId xmlns:p14="http://schemas.microsoft.com/office/powerpoint/2010/main" val="251320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HUSENG BATUTE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CORAZON DE JESUS</a:t>
            </a:r>
          </a:p>
        </p:txBody>
      </p:sp>
    </p:spTree>
    <p:extLst>
      <p:ext uri="{BB962C8B-B14F-4D97-AF65-F5344CB8AC3E}">
        <p14:creationId xmlns:p14="http://schemas.microsoft.com/office/powerpoint/2010/main" val="177507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MADLANG AWA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VALENZUELA </a:t>
            </a:r>
          </a:p>
        </p:txBody>
      </p:sp>
    </p:spTree>
    <p:extLst>
      <p:ext uri="{BB962C8B-B14F-4D97-AF65-F5344CB8AC3E}">
        <p14:creationId xmlns:p14="http://schemas.microsoft.com/office/powerpoint/2010/main" val="15535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TANDANG SORA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MELCHORA AQUINO </a:t>
            </a:r>
          </a:p>
        </p:txBody>
      </p:sp>
    </p:spTree>
    <p:extLst>
      <p:ext uri="{BB962C8B-B14F-4D97-AF65-F5344CB8AC3E}">
        <p14:creationId xmlns:p14="http://schemas.microsoft.com/office/powerpoint/2010/main" val="23588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DIMAS ILAW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EMILIO JACINTO</a:t>
            </a:r>
          </a:p>
        </p:txBody>
      </p:sp>
    </p:spTree>
    <p:extLst>
      <p:ext uri="{BB962C8B-B14F-4D97-AF65-F5344CB8AC3E}">
        <p14:creationId xmlns:p14="http://schemas.microsoft.com/office/powerpoint/2010/main" val="224520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DIEGO LAURA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842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GRACIANO LOPEZ JAENA </a:t>
            </a:r>
          </a:p>
        </p:txBody>
      </p:sp>
    </p:spTree>
    <p:extLst>
      <p:ext uri="{BB962C8B-B14F-4D97-AF65-F5344CB8AC3E}">
        <p14:creationId xmlns:p14="http://schemas.microsoft.com/office/powerpoint/2010/main" val="360801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DIEGO LAURA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GRACIANO LOPEZ JAENA </a:t>
            </a:r>
          </a:p>
        </p:txBody>
      </p:sp>
    </p:spTree>
    <p:extLst>
      <p:ext uri="{BB962C8B-B14F-4D97-AF65-F5344CB8AC3E}">
        <p14:creationId xmlns:p14="http://schemas.microsoft.com/office/powerpoint/2010/main" val="149213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</TotalTime>
  <Words>714</Words>
  <Application>Microsoft Office PowerPoint</Application>
  <PresentationFormat>Widescreen</PresentationFormat>
  <Paragraphs>274</Paragraphs>
  <Slides>131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6" baseType="lpstr">
      <vt:lpstr>Arial</vt:lpstr>
      <vt:lpstr>Arial Black</vt:lpstr>
      <vt:lpstr>Calibri</vt:lpstr>
      <vt:lpstr>Calibri Light</vt:lpstr>
      <vt:lpstr>Office Theme</vt:lpstr>
      <vt:lpstr>Gen Ed Booster </vt:lpstr>
      <vt:lpstr>UNCLE TOM’S CABIN</vt:lpstr>
      <vt:lpstr>PARADISE LOST</vt:lpstr>
      <vt:lpstr>CANTERBURY TALES</vt:lpstr>
      <vt:lpstr>FATHER OF ENGLISH SHORT STORY </vt:lpstr>
      <vt:lpstr>HORROR/DETECTIVE STORY </vt:lpstr>
      <vt:lpstr>GITANJALI 1ST ASIAN NOBEL AWARDEE</vt:lpstr>
      <vt:lpstr>1ST FILIPINA NOBEL AWARDEE</vt:lpstr>
      <vt:lpstr>RUBAIYAT (CARP DIEM, GRASP PLEASURE)</vt:lpstr>
      <vt:lpstr>DIVINE COMEDY or COMEDIA</vt:lpstr>
      <vt:lpstr>NARNIA (aslar-lion)</vt:lpstr>
      <vt:lpstr>SILAS MARNER</vt:lpstr>
      <vt:lpstr>GETTYSBURG ADDRESS</vt:lpstr>
      <vt:lpstr>DR. ZHIVAGO</vt:lpstr>
      <vt:lpstr>SCARLETTE LETTER</vt:lpstr>
      <vt:lpstr>HAWTHORNE EFFECT</vt:lpstr>
      <vt:lpstr>HARRY POTTER</vt:lpstr>
      <vt:lpstr>THE GREAT GATSBY</vt:lpstr>
      <vt:lpstr>MRS. DALLOWAY</vt:lpstr>
      <vt:lpstr>THE PICTURE OF DORIAN GRAY </vt:lpstr>
      <vt:lpstr>HUCKELBERRY FINN</vt:lpstr>
      <vt:lpstr>VANITY FAIR </vt:lpstr>
      <vt:lpstr>GULLIVAN’S TRAVEL</vt:lpstr>
      <vt:lpstr>ROBINSON CRUSOE</vt:lpstr>
      <vt:lpstr>THE ROAD NOT TAKEN</vt:lpstr>
      <vt:lpstr>OEDIPUS REX </vt:lpstr>
      <vt:lpstr>THE LITTLE PRINCE</vt:lpstr>
      <vt:lpstr>ANALECTS</vt:lpstr>
      <vt:lpstr>1.  ADVENTURE OF     HUCKELBERRY FIN 2.  ADVENTURE OF TOM SAWYER    </vt:lpstr>
      <vt:lpstr>ILIAD AND ODDESEY </vt:lpstr>
      <vt:lpstr>ANIMAL FARM </vt:lpstr>
      <vt:lpstr>WAR AND PEACE 2. GOD SEES THE TRUTH BUT WAITS</vt:lpstr>
      <vt:lpstr>DON QUIJOTE</vt:lpstr>
      <vt:lpstr>PRIDE AND PREJUDICE  SENSE AND SENSIBILITY </vt:lpstr>
      <vt:lpstr>A CHRISTMAS CHAROL </vt:lpstr>
      <vt:lpstr>DRACULA </vt:lpstr>
      <vt:lpstr>Eclogues Georgics Aeneid</vt:lpstr>
      <vt:lpstr>DECAMERON </vt:lpstr>
      <vt:lpstr>INDIAN SACRED HYMNS</vt:lpstr>
      <vt:lpstr>FIRST EPIC </vt:lpstr>
      <vt:lpstr>MEDIEVAL GERMAN EPIC</vt:lpstr>
      <vt:lpstr>GREAT EPIC OF PERSIA</vt:lpstr>
      <vt:lpstr>GREAT EPIC OF FRANCE</vt:lpstr>
      <vt:lpstr>GREAT EPIC OF PHILIPPINES </vt:lpstr>
      <vt:lpstr>EGYPTIAN SYSTEM OF WRITING </vt:lpstr>
      <vt:lpstr>CHINESE SYSTEM OF WRITING </vt:lpstr>
      <vt:lpstr>FATHER OF PRINTING </vt:lpstr>
      <vt:lpstr>COUNT OF MONTE CRISTO</vt:lpstr>
      <vt:lpstr>A POISON TREE</vt:lpstr>
      <vt:lpstr>A POISON TREE and THE CASK OF AMONTILLADO</vt:lpstr>
      <vt:lpstr>1st GREAT WORK OF ENGLISH LITERATURE</vt:lpstr>
      <vt:lpstr>FATHER OF ENGLISH ESSAY SCIENTIFIC METHOD</vt:lpstr>
      <vt:lpstr>MYTHICAL GEOGRAPHER </vt:lpstr>
      <vt:lpstr>GREATEST LYRIC POEM</vt:lpstr>
      <vt:lpstr>GREATEST ORATOR </vt:lpstr>
      <vt:lpstr>INDIA’S SHAKESPEARE </vt:lpstr>
      <vt:lpstr>GEORGE ELLIOT </vt:lpstr>
      <vt:lpstr>SAMUEL CLEMENS </vt:lpstr>
      <vt:lpstr>ROBERT GALBRAITH</vt:lpstr>
      <vt:lpstr>FILIPINO </vt:lpstr>
      <vt:lpstr>FILIPINO AMERICAN</vt:lpstr>
      <vt:lpstr>HISPANIC CULTURE</vt:lpstr>
      <vt:lpstr>LOVE POET </vt:lpstr>
      <vt:lpstr>UHAW ANG TIGANG NA LUPA</vt:lpstr>
      <vt:lpstr>SA PULA SA PUTI </vt:lpstr>
      <vt:lpstr>1. MEMORIA FOTOGRAFIA 2. PAG-IBIG SA TINUBUANG LUPA </vt:lpstr>
      <vt:lpstr>COMMA POET FOOTNOTE TO YOUTH </vt:lpstr>
      <vt:lpstr>MADAMDAMING MANANALAYSAY NI NAKPIL</vt:lpstr>
      <vt:lpstr>FLORA DE FILIPINAS</vt:lpstr>
      <vt:lpstr>TAGALOG JOAN OF ARC</vt:lpstr>
      <vt:lpstr>VISAYAN JOAN OF ARC</vt:lpstr>
      <vt:lpstr>FATHER OF TAGALOG POETRY </vt:lpstr>
      <vt:lpstr>FATHER OF MODERN POETRY </vt:lpstr>
      <vt:lpstr>FATHER OF PAMPANGO LITERATURE</vt:lpstr>
      <vt:lpstr>POET OF LABORER/WORKERS</vt:lpstr>
      <vt:lpstr>FATHER OF FILIPINO NEWSPAPER </vt:lpstr>
      <vt:lpstr>BEST STORY DURING JAPANESE PERIOD </vt:lpstr>
      <vt:lpstr>ILOKANO BALAGTASAN</vt:lpstr>
      <vt:lpstr>VISAYAN EPIC GOOD MANNERS</vt:lpstr>
      <vt:lpstr>OLDEST MAGASIN </vt:lpstr>
      <vt:lpstr>LUPANG HINIRANG UNANG NARINIG </vt:lpstr>
      <vt:lpstr>MOTHER OF BALINTAWAK </vt:lpstr>
      <vt:lpstr>1ST FILIPINO CANNON MAKER </vt:lpstr>
      <vt:lpstr>BATAAN DEATH MARCH </vt:lpstr>
      <vt:lpstr>POET OF REVOLUTION </vt:lpstr>
      <vt:lpstr>GREATEST PAINTER </vt:lpstr>
      <vt:lpstr>1ST FILIPINA POETESS</vt:lpstr>
      <vt:lpstr>FOUNDER OF PH. SOCIALISM </vt:lpstr>
      <vt:lpstr>DE LOS REYES VIBORRA </vt:lpstr>
      <vt:lpstr>LAKANDOLA</vt:lpstr>
      <vt:lpstr>LAST RAJAH OF  MANILA </vt:lpstr>
      <vt:lpstr>TUMAHI NG PH FLAG</vt:lpstr>
      <vt:lpstr>COFOUNDER OF KATIPUNAN</vt:lpstr>
      <vt:lpstr>LEADER OF ILOKANO REVOLT </vt:lpstr>
      <vt:lpstr>MAN OF MANY TALENTS </vt:lpstr>
      <vt:lpstr>MOTHER OF BIAK NA BATO </vt:lpstr>
      <vt:lpstr>NAGLAKAD MULA MAYNILA UPANG BUMILI NG ARMAS, ASAWA NI ARTEMIO RICARTE</vt:lpstr>
      <vt:lpstr>LEADER OF TARLAC REVOLT </vt:lpstr>
      <vt:lpstr>LEADER OF MAGDIWANG </vt:lpstr>
      <vt:lpstr>LEADER OF MAGDALO </vt:lpstr>
      <vt:lpstr>1ST FILIPINO PUBLISHER </vt:lpstr>
      <vt:lpstr>AMA NG MAIKLING KWENTONG TAGALOG, ALOJA </vt:lpstr>
      <vt:lpstr>OLDEST NEWSPAPER </vt:lpstr>
      <vt:lpstr>CHILD OF ZORROW </vt:lpstr>
      <vt:lpstr>URBANA AND FELIZA </vt:lpstr>
      <vt:lpstr>1ST PALANCA AWARDEE SHORT STORY </vt:lpstr>
      <vt:lpstr>1ST PALANCA AWARDEE PLAY</vt:lpstr>
      <vt:lpstr>VISUAL ARTS </vt:lpstr>
      <vt:lpstr>NATIONAL ART MUSIC, SA UGOY NG DUYAN</vt:lpstr>
      <vt:lpstr>GREAT PIANIST </vt:lpstr>
      <vt:lpstr>BALLERINA </vt:lpstr>
      <vt:lpstr>MODERN SCULPTURE  </vt:lpstr>
      <vt:lpstr>LANDMARK SCULPTURE  </vt:lpstr>
      <vt:lpstr>ARENA</vt:lpstr>
      <vt:lpstr>SALA</vt:lpstr>
      <vt:lpstr>EXPERIMENTAL</vt:lpstr>
      <vt:lpstr>SPOLARIUM</vt:lpstr>
      <vt:lpstr>PowerPoint Presentation</vt:lpstr>
      <vt:lpstr>PARALITIKO,  SUBLIME PARALYTIC,  UTAK NG REBOLUSYON, 1ST PRIME MINISTER,  LAWYER  CAUSE OF DEATH-CHOLERA </vt:lpstr>
      <vt:lpstr>TIKABALANG, NANING, KALINPULAKO</vt:lpstr>
      <vt:lpstr>TAGA-ILOG</vt:lpstr>
      <vt:lpstr>POTACIO, BUWAN </vt:lpstr>
      <vt:lpstr>BALAGTAS </vt:lpstr>
      <vt:lpstr>JOMAPA </vt:lpstr>
      <vt:lpstr>HUSENG SISIW </vt:lpstr>
      <vt:lpstr>HUSENG BATUTE  </vt:lpstr>
      <vt:lpstr>MADLANG AWA</vt:lpstr>
      <vt:lpstr>TANDANG SORA </vt:lpstr>
      <vt:lpstr>DIMAS ILAW </vt:lpstr>
      <vt:lpstr>DIEGO LAURA </vt:lpstr>
      <vt:lpstr>DIEGO LAURA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Daisy Marasigan</dc:creator>
  <cp:lastModifiedBy>JESUSSAVEME</cp:lastModifiedBy>
  <cp:revision>45</cp:revision>
  <dcterms:created xsi:type="dcterms:W3CDTF">2022-08-16T22:28:49Z</dcterms:created>
  <dcterms:modified xsi:type="dcterms:W3CDTF">2023-03-12T23:12:38Z</dcterms:modified>
</cp:coreProperties>
</file>