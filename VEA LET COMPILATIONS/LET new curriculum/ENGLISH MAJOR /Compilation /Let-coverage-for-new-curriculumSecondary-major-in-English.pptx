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4" d="100"/>
          <a:sy n="94" d="100"/>
        </p:scale>
        <p:origin x="53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0411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781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07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6113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37042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4136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5776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420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588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2432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34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F5E866-FA96-4F58-8194-9F4859B0A95E}" type="datetimeFigureOut">
              <a:rPr lang="en-US" smtClean="0"/>
              <a:t>10/17/2022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BDDD1D-00E5-4E76-9005-FA6D0536C6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8017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391479" y="2687541"/>
            <a:ext cx="11426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i="1" dirty="0" smtClean="0"/>
              <a:t>SECONDARY LET EXAM COVERAGE FOR   			     GENERAL EDUCATION</a:t>
            </a:r>
            <a:endParaRPr lang="en-US" sz="4400" b="1" i="1" dirty="0"/>
          </a:p>
        </p:txBody>
      </p:sp>
    </p:spTree>
    <p:extLst>
      <p:ext uri="{BB962C8B-B14F-4D97-AF65-F5344CB8AC3E}">
        <p14:creationId xmlns:p14="http://schemas.microsoft.com/office/powerpoint/2010/main" val="3564979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270"/>
            <a:ext cx="12192000" cy="663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0155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" y="127220"/>
            <a:ext cx="11958762" cy="663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772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575543" y="2511678"/>
            <a:ext cx="9385133" cy="14465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4400" b="1" i="1" dirty="0" smtClean="0"/>
              <a:t>SECONDARY LET EXAM COVERAGE FOR </a:t>
            </a:r>
          </a:p>
          <a:p>
            <a:r>
              <a:rPr lang="en-US" sz="4400" b="1" i="1" dirty="0"/>
              <a:t> </a:t>
            </a:r>
            <a:r>
              <a:rPr lang="en-US" sz="4400" b="1" i="1" dirty="0" smtClean="0"/>
              <a:t>        </a:t>
            </a:r>
            <a:r>
              <a:rPr lang="en-US" sz="4400" b="1" i="1" dirty="0" smtClean="0"/>
              <a:t>PROFESSIONAL EDUCATION  </a:t>
            </a:r>
            <a:endParaRPr lang="en-US" sz="4400" b="1" i="1" dirty="0"/>
          </a:p>
        </p:txBody>
      </p:sp>
    </p:spTree>
    <p:extLst>
      <p:ext uri="{BB962C8B-B14F-4D97-AF65-F5344CB8AC3E}">
        <p14:creationId xmlns:p14="http://schemas.microsoft.com/office/powerpoint/2010/main" val="811377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" y="135172"/>
            <a:ext cx="11958761" cy="6639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377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6" y="143123"/>
            <a:ext cx="11958761" cy="65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559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" y="119270"/>
            <a:ext cx="11934908" cy="6623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6363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16" y="826936"/>
            <a:ext cx="11998517" cy="4000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6307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35819" y="2867296"/>
            <a:ext cx="959722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4400" b="1" i="1" dirty="0" smtClean="0"/>
              <a:t>SECONDARY LET EXAM COVERAGE FOR   	         ENGLISH MAJORSHIP</a:t>
            </a:r>
            <a:endParaRPr lang="en-US" sz="4400" b="1" i="1" dirty="0"/>
          </a:p>
        </p:txBody>
      </p:sp>
    </p:spTree>
    <p:extLst>
      <p:ext uri="{BB962C8B-B14F-4D97-AF65-F5344CB8AC3E}">
        <p14:creationId xmlns:p14="http://schemas.microsoft.com/office/powerpoint/2010/main" val="1521710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72" y="127221"/>
            <a:ext cx="11974665" cy="6607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923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64" y="135172"/>
            <a:ext cx="12006469" cy="6722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449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830" y="159026"/>
            <a:ext cx="12001169" cy="655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9025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67" y="159027"/>
            <a:ext cx="11934908" cy="6575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1310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12062128" cy="6694998"/>
            <a:chOff x="2246244" y="495771"/>
            <a:chExt cx="7635902" cy="5814564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46244" y="495771"/>
              <a:ext cx="7635902" cy="4435224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46244" y="4930995"/>
              <a:ext cx="7635902" cy="13793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027931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18</Words>
  <Application>Microsoft Office PowerPoint</Application>
  <PresentationFormat>Widescreen</PresentationFormat>
  <Paragraphs>4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Microsoft account</cp:lastModifiedBy>
  <cp:revision>2</cp:revision>
  <dcterms:created xsi:type="dcterms:W3CDTF">2022-10-17T16:02:41Z</dcterms:created>
  <dcterms:modified xsi:type="dcterms:W3CDTF">2022-10-17T16:11:44Z</dcterms:modified>
</cp:coreProperties>
</file>